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2"/>
  </p:notesMasterIdLst>
  <p:sldIdLst>
    <p:sldId id="351" r:id="rId4"/>
    <p:sldId id="347" r:id="rId5"/>
    <p:sldId id="348" r:id="rId6"/>
    <p:sldId id="352" r:id="rId7"/>
    <p:sldId id="319" r:id="rId8"/>
    <p:sldId id="326" r:id="rId9"/>
    <p:sldId id="314" r:id="rId10"/>
    <p:sldId id="355" r:id="rId11"/>
    <p:sldId id="353" r:id="rId12"/>
    <p:sldId id="354" r:id="rId13"/>
    <p:sldId id="324" r:id="rId14"/>
    <p:sldId id="356" r:id="rId15"/>
    <p:sldId id="357" r:id="rId16"/>
    <p:sldId id="358" r:id="rId17"/>
    <p:sldId id="359" r:id="rId18"/>
    <p:sldId id="360" r:id="rId19"/>
    <p:sldId id="321" r:id="rId20"/>
    <p:sldId id="34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8" y="7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3550730-EA3B-45C1-A41E-BFE5671098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1">
            <a:extLst>
              <a:ext uri="{FF2B5EF4-FFF2-40B4-BE49-F238E27FC236}">
                <a16:creationId xmlns:a16="http://schemas.microsoft.com/office/drawing/2014/main" id="{071D0273-C80B-4369-84A1-F99392A7D270}"/>
              </a:ext>
            </a:extLst>
          </p:cNvPr>
          <p:cNvSpPr>
            <a:spLocks noChangeAspect="1"/>
          </p:cNvSpPr>
          <p:nvPr userDrawn="1"/>
        </p:nvSpPr>
        <p:spPr>
          <a:xfrm>
            <a:off x="817094" y="405520"/>
            <a:ext cx="3605776" cy="3657538"/>
          </a:xfrm>
          <a:custGeom>
            <a:avLst/>
            <a:gdLst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355803 w 1652142"/>
              <a:gd name="connsiteY39" fmla="*/ 1305197 h 1665940"/>
              <a:gd name="connsiteX40" fmla="*/ 152856 w 1652142"/>
              <a:gd name="connsiteY40" fmla="*/ 1344512 h 1665940"/>
              <a:gd name="connsiteX41" fmla="*/ 46675 w 1652142"/>
              <a:gd name="connsiteY41" fmla="*/ 1116809 h 1665940"/>
              <a:gd name="connsiteX42" fmla="*/ 183929 w 1652142"/>
              <a:gd name="connsiteY42" fmla="*/ 1005520 h 1665940"/>
              <a:gd name="connsiteX43" fmla="*/ 161615 w 1652142"/>
              <a:gd name="connsiteY43" fmla="*/ 838915 h 1665940"/>
              <a:gd name="connsiteX44" fmla="*/ 0 w 1652142"/>
              <a:gd name="connsiteY44" fmla="*/ 749197 h 1665940"/>
              <a:gd name="connsiteX45" fmla="*/ 65026 w 1652142"/>
              <a:gd name="connsiteY45" fmla="*/ 506515 h 1665940"/>
              <a:gd name="connsiteX46" fmla="*/ 250227 w 1652142"/>
              <a:gd name="connsiteY46" fmla="*/ 509630 h 1665940"/>
              <a:gd name="connsiteX47" fmla="*/ 340015 w 1652142"/>
              <a:gd name="connsiteY47" fmla="*/ 388679 h 1665940"/>
              <a:gd name="connsiteX48" fmla="*/ 277984 w 1652142"/>
              <a:gd name="connsiteY48" fmla="*/ 197357 h 1665940"/>
              <a:gd name="connsiteX49" fmla="*/ 491050 w 1652142"/>
              <a:gd name="connsiteY49" fmla="*/ 64219 h 1665940"/>
              <a:gd name="connsiteX50" fmla="*/ 639843 w 1652142"/>
              <a:gd name="connsiteY50" fmla="*/ 207726 h 1665940"/>
              <a:gd name="connsiteX51" fmla="*/ 638348 w 1652142"/>
              <a:gd name="connsiteY51" fmla="*/ 208660 h 1665940"/>
              <a:gd name="connsiteX52" fmla="*/ 821488 w 1652142"/>
              <a:gd name="connsiteY52" fmla="*/ 182440 h 1665940"/>
              <a:gd name="connsiteX53" fmla="*/ 815140 w 1652142"/>
              <a:gd name="connsiteY53" fmla="*/ 180739 h 1665940"/>
              <a:gd name="connsiteX54" fmla="*/ 915476 w 1652142"/>
              <a:gd name="connsiteY54" fmla="*/ 0 h 1665940"/>
              <a:gd name="connsiteX55" fmla="*/ 1158157 w 1652142"/>
              <a:gd name="connsiteY55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815140 w 1652142"/>
              <a:gd name="connsiteY52" fmla="*/ 180739 h 1665940"/>
              <a:gd name="connsiteX53" fmla="*/ 915476 w 1652142"/>
              <a:gd name="connsiteY53" fmla="*/ 0 h 1665940"/>
              <a:gd name="connsiteX54" fmla="*/ 1158157 w 1652142"/>
              <a:gd name="connsiteY54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915476 w 1652142"/>
              <a:gd name="connsiteY52" fmla="*/ 0 h 1665940"/>
              <a:gd name="connsiteX53" fmla="*/ 1158157 w 1652142"/>
              <a:gd name="connsiteY53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821488 w 1652142"/>
              <a:gd name="connsiteY50" fmla="*/ 182440 h 1665940"/>
              <a:gd name="connsiteX51" fmla="*/ 915476 w 1652142"/>
              <a:gd name="connsiteY51" fmla="*/ 0 h 1665940"/>
              <a:gd name="connsiteX52" fmla="*/ 1158157 w 1652142"/>
              <a:gd name="connsiteY52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286346 w 1652142"/>
              <a:gd name="connsiteY21" fmla="*/ 377149 h 1665940"/>
              <a:gd name="connsiteX22" fmla="*/ 1470353 w 1652142"/>
              <a:gd name="connsiteY22" fmla="*/ 331395 h 1665940"/>
              <a:gd name="connsiteX23" fmla="*/ 1588305 w 1652142"/>
              <a:gd name="connsiteY23" fmla="*/ 553229 h 1665940"/>
              <a:gd name="connsiteX24" fmla="*/ 1457194 w 1652142"/>
              <a:gd name="connsiteY24" fmla="*/ 671432 h 1665940"/>
              <a:gd name="connsiteX25" fmla="*/ 1478595 w 1652142"/>
              <a:gd name="connsiteY25" fmla="*/ 857704 h 1665940"/>
              <a:gd name="connsiteX26" fmla="*/ 1642362 w 1652142"/>
              <a:gd name="connsiteY26" fmla="*/ 948616 h 1665940"/>
              <a:gd name="connsiteX27" fmla="*/ 1577335 w 1652142"/>
              <a:gd name="connsiteY27" fmla="*/ 1191298 h 1665940"/>
              <a:gd name="connsiteX28" fmla="*/ 1378614 w 1652142"/>
              <a:gd name="connsiteY28" fmla="*/ 1187955 h 1665940"/>
              <a:gd name="connsiteX29" fmla="*/ 1288939 w 1652142"/>
              <a:gd name="connsiteY29" fmla="*/ 1301599 h 1665940"/>
              <a:gd name="connsiteX30" fmla="*/ 1354201 w 1652142"/>
              <a:gd name="connsiteY30" fmla="*/ 1471932 h 1665940"/>
              <a:gd name="connsiteX31" fmla="*/ 1148396 w 1652142"/>
              <a:gd name="connsiteY31" fmla="*/ 1616039 h 1665940"/>
              <a:gd name="connsiteX32" fmla="*/ 992294 w 1652142"/>
              <a:gd name="connsiteY32" fmla="*/ 1480516 h 1665940"/>
              <a:gd name="connsiteX33" fmla="*/ 823805 w 1652142"/>
              <a:gd name="connsiteY33" fmla="*/ 1495510 h 1665940"/>
              <a:gd name="connsiteX34" fmla="*/ 729193 w 1652142"/>
              <a:gd name="connsiteY34" fmla="*/ 1665940 h 1665940"/>
              <a:gd name="connsiteX35" fmla="*/ 486511 w 1652142"/>
              <a:gd name="connsiteY35" fmla="*/ 1600914 h 1665940"/>
              <a:gd name="connsiteX36" fmla="*/ 489790 w 1652142"/>
              <a:gd name="connsiteY36" fmla="*/ 1406012 h 1665940"/>
              <a:gd name="connsiteX37" fmla="*/ 352658 w 1652142"/>
              <a:gd name="connsiteY37" fmla="*/ 1298452 h 1665940"/>
              <a:gd name="connsiteX38" fmla="*/ 152856 w 1652142"/>
              <a:gd name="connsiteY38" fmla="*/ 1344512 h 1665940"/>
              <a:gd name="connsiteX39" fmla="*/ 46675 w 1652142"/>
              <a:gd name="connsiteY39" fmla="*/ 1116809 h 1665940"/>
              <a:gd name="connsiteX40" fmla="*/ 183929 w 1652142"/>
              <a:gd name="connsiteY40" fmla="*/ 1005520 h 1665940"/>
              <a:gd name="connsiteX41" fmla="*/ 161615 w 1652142"/>
              <a:gd name="connsiteY41" fmla="*/ 838915 h 1665940"/>
              <a:gd name="connsiteX42" fmla="*/ 0 w 1652142"/>
              <a:gd name="connsiteY42" fmla="*/ 749197 h 1665940"/>
              <a:gd name="connsiteX43" fmla="*/ 65026 w 1652142"/>
              <a:gd name="connsiteY43" fmla="*/ 506515 h 1665940"/>
              <a:gd name="connsiteX44" fmla="*/ 250227 w 1652142"/>
              <a:gd name="connsiteY44" fmla="*/ 509630 h 1665940"/>
              <a:gd name="connsiteX45" fmla="*/ 340015 w 1652142"/>
              <a:gd name="connsiteY45" fmla="*/ 388679 h 1665940"/>
              <a:gd name="connsiteX46" fmla="*/ 277984 w 1652142"/>
              <a:gd name="connsiteY46" fmla="*/ 197357 h 1665940"/>
              <a:gd name="connsiteX47" fmla="*/ 491050 w 1652142"/>
              <a:gd name="connsiteY47" fmla="*/ 64219 h 1665940"/>
              <a:gd name="connsiteX48" fmla="*/ 639843 w 1652142"/>
              <a:gd name="connsiteY48" fmla="*/ 207726 h 1665940"/>
              <a:gd name="connsiteX49" fmla="*/ 821488 w 1652142"/>
              <a:gd name="connsiteY49" fmla="*/ 182440 h 1665940"/>
              <a:gd name="connsiteX50" fmla="*/ 915476 w 1652142"/>
              <a:gd name="connsiteY50" fmla="*/ 0 h 1665940"/>
              <a:gd name="connsiteX51" fmla="*/ 1158157 w 1652142"/>
              <a:gd name="connsiteY51" fmla="*/ 65026 h 1665940"/>
              <a:gd name="connsiteX0" fmla="*/ 898689 w 1649662"/>
              <a:gd name="connsiteY0" fmla="*/ 548008 h 1665940"/>
              <a:gd name="connsiteX1" fmla="*/ 529661 w 1649662"/>
              <a:gd name="connsiteY1" fmla="*/ 761066 h 1665940"/>
              <a:gd name="connsiteX2" fmla="*/ 742719 w 1649662"/>
              <a:gd name="connsiteY2" fmla="*/ 1130094 h 1665940"/>
              <a:gd name="connsiteX3" fmla="*/ 1111747 w 1649662"/>
              <a:gd name="connsiteY3" fmla="*/ 917036 h 1665940"/>
              <a:gd name="connsiteX4" fmla="*/ 898689 w 1649662"/>
              <a:gd name="connsiteY4" fmla="*/ 548008 h 1665940"/>
              <a:gd name="connsiteX5" fmla="*/ 952303 w 1649662"/>
              <a:gd name="connsiteY5" fmla="*/ 347916 h 1665940"/>
              <a:gd name="connsiteX6" fmla="*/ 1311839 w 1649662"/>
              <a:gd name="connsiteY6" fmla="*/ 970650 h 1665940"/>
              <a:gd name="connsiteX7" fmla="*/ 689105 w 1649662"/>
              <a:gd name="connsiteY7" fmla="*/ 1330186 h 1665940"/>
              <a:gd name="connsiteX8" fmla="*/ 329569 w 1649662"/>
              <a:gd name="connsiteY8" fmla="*/ 707451 h 1665940"/>
              <a:gd name="connsiteX9" fmla="*/ 952303 w 1649662"/>
              <a:gd name="connsiteY9" fmla="*/ 347916 h 1665940"/>
              <a:gd name="connsiteX10" fmla="*/ 971799 w 1649662"/>
              <a:gd name="connsiteY10" fmla="*/ 275155 h 1665940"/>
              <a:gd name="connsiteX11" fmla="*/ 256808 w 1649662"/>
              <a:gd name="connsiteY11" fmla="*/ 687955 h 1665940"/>
              <a:gd name="connsiteX12" fmla="*/ 669609 w 1649662"/>
              <a:gd name="connsiteY12" fmla="*/ 1402947 h 1665940"/>
              <a:gd name="connsiteX13" fmla="*/ 1384600 w 1649662"/>
              <a:gd name="connsiteY13" fmla="*/ 990146 h 1665940"/>
              <a:gd name="connsiteX14" fmla="*/ 971799 w 1649662"/>
              <a:gd name="connsiteY14" fmla="*/ 275155 h 1665940"/>
              <a:gd name="connsiteX15" fmla="*/ 1647140 w 1649662"/>
              <a:gd name="connsiteY15" fmla="*/ 399895 h 1665940"/>
              <a:gd name="connsiteX16" fmla="*/ 1649662 w 1649662"/>
              <a:gd name="connsiteY16" fmla="*/ 403784 h 1665940"/>
              <a:gd name="connsiteX17" fmla="*/ 1647140 w 1649662"/>
              <a:gd name="connsiteY17" fmla="*/ 399895 h 1665940"/>
              <a:gd name="connsiteX18" fmla="*/ 1158157 w 1649662"/>
              <a:gd name="connsiteY18" fmla="*/ 65026 h 1665940"/>
              <a:gd name="connsiteX19" fmla="*/ 1154679 w 1649662"/>
              <a:gd name="connsiteY19" fmla="*/ 271718 h 1665940"/>
              <a:gd name="connsiteX20" fmla="*/ 1286346 w 1649662"/>
              <a:gd name="connsiteY20" fmla="*/ 377149 h 1665940"/>
              <a:gd name="connsiteX21" fmla="*/ 1470353 w 1649662"/>
              <a:gd name="connsiteY21" fmla="*/ 331395 h 1665940"/>
              <a:gd name="connsiteX22" fmla="*/ 1588305 w 1649662"/>
              <a:gd name="connsiteY22" fmla="*/ 553229 h 1665940"/>
              <a:gd name="connsiteX23" fmla="*/ 1457194 w 1649662"/>
              <a:gd name="connsiteY23" fmla="*/ 671432 h 1665940"/>
              <a:gd name="connsiteX24" fmla="*/ 1478595 w 1649662"/>
              <a:gd name="connsiteY24" fmla="*/ 857704 h 1665940"/>
              <a:gd name="connsiteX25" fmla="*/ 1642362 w 1649662"/>
              <a:gd name="connsiteY25" fmla="*/ 948616 h 1665940"/>
              <a:gd name="connsiteX26" fmla="*/ 1577335 w 1649662"/>
              <a:gd name="connsiteY26" fmla="*/ 1191298 h 1665940"/>
              <a:gd name="connsiteX27" fmla="*/ 1378614 w 1649662"/>
              <a:gd name="connsiteY27" fmla="*/ 1187955 h 1665940"/>
              <a:gd name="connsiteX28" fmla="*/ 1288939 w 1649662"/>
              <a:gd name="connsiteY28" fmla="*/ 1301599 h 1665940"/>
              <a:gd name="connsiteX29" fmla="*/ 1354201 w 1649662"/>
              <a:gd name="connsiteY29" fmla="*/ 1471932 h 1665940"/>
              <a:gd name="connsiteX30" fmla="*/ 1148396 w 1649662"/>
              <a:gd name="connsiteY30" fmla="*/ 1616039 h 1665940"/>
              <a:gd name="connsiteX31" fmla="*/ 992294 w 1649662"/>
              <a:gd name="connsiteY31" fmla="*/ 1480516 h 1665940"/>
              <a:gd name="connsiteX32" fmla="*/ 823805 w 1649662"/>
              <a:gd name="connsiteY32" fmla="*/ 1495510 h 1665940"/>
              <a:gd name="connsiteX33" fmla="*/ 729193 w 1649662"/>
              <a:gd name="connsiteY33" fmla="*/ 1665940 h 1665940"/>
              <a:gd name="connsiteX34" fmla="*/ 486511 w 1649662"/>
              <a:gd name="connsiteY34" fmla="*/ 1600914 h 1665940"/>
              <a:gd name="connsiteX35" fmla="*/ 489790 w 1649662"/>
              <a:gd name="connsiteY35" fmla="*/ 1406012 h 1665940"/>
              <a:gd name="connsiteX36" fmla="*/ 352658 w 1649662"/>
              <a:gd name="connsiteY36" fmla="*/ 1298452 h 1665940"/>
              <a:gd name="connsiteX37" fmla="*/ 152856 w 1649662"/>
              <a:gd name="connsiteY37" fmla="*/ 1344512 h 1665940"/>
              <a:gd name="connsiteX38" fmla="*/ 46675 w 1649662"/>
              <a:gd name="connsiteY38" fmla="*/ 1116809 h 1665940"/>
              <a:gd name="connsiteX39" fmla="*/ 183929 w 1649662"/>
              <a:gd name="connsiteY39" fmla="*/ 1005520 h 1665940"/>
              <a:gd name="connsiteX40" fmla="*/ 161615 w 1649662"/>
              <a:gd name="connsiteY40" fmla="*/ 838915 h 1665940"/>
              <a:gd name="connsiteX41" fmla="*/ 0 w 1649662"/>
              <a:gd name="connsiteY41" fmla="*/ 749197 h 1665940"/>
              <a:gd name="connsiteX42" fmla="*/ 65026 w 1649662"/>
              <a:gd name="connsiteY42" fmla="*/ 506515 h 1665940"/>
              <a:gd name="connsiteX43" fmla="*/ 250227 w 1649662"/>
              <a:gd name="connsiteY43" fmla="*/ 509630 h 1665940"/>
              <a:gd name="connsiteX44" fmla="*/ 340015 w 1649662"/>
              <a:gd name="connsiteY44" fmla="*/ 388679 h 1665940"/>
              <a:gd name="connsiteX45" fmla="*/ 277984 w 1649662"/>
              <a:gd name="connsiteY45" fmla="*/ 197357 h 1665940"/>
              <a:gd name="connsiteX46" fmla="*/ 491050 w 1649662"/>
              <a:gd name="connsiteY46" fmla="*/ 64219 h 1665940"/>
              <a:gd name="connsiteX47" fmla="*/ 639843 w 1649662"/>
              <a:gd name="connsiteY47" fmla="*/ 207726 h 1665940"/>
              <a:gd name="connsiteX48" fmla="*/ 821488 w 1649662"/>
              <a:gd name="connsiteY48" fmla="*/ 182440 h 1665940"/>
              <a:gd name="connsiteX49" fmla="*/ 915476 w 1649662"/>
              <a:gd name="connsiteY49" fmla="*/ 0 h 1665940"/>
              <a:gd name="connsiteX50" fmla="*/ 1158157 w 1649662"/>
              <a:gd name="connsiteY50" fmla="*/ 65026 h 1665940"/>
              <a:gd name="connsiteX0" fmla="*/ 898689 w 1642362"/>
              <a:gd name="connsiteY0" fmla="*/ 548008 h 1665940"/>
              <a:gd name="connsiteX1" fmla="*/ 529661 w 1642362"/>
              <a:gd name="connsiteY1" fmla="*/ 761066 h 1665940"/>
              <a:gd name="connsiteX2" fmla="*/ 742719 w 1642362"/>
              <a:gd name="connsiteY2" fmla="*/ 1130094 h 1665940"/>
              <a:gd name="connsiteX3" fmla="*/ 1111747 w 1642362"/>
              <a:gd name="connsiteY3" fmla="*/ 917036 h 1665940"/>
              <a:gd name="connsiteX4" fmla="*/ 898689 w 1642362"/>
              <a:gd name="connsiteY4" fmla="*/ 548008 h 1665940"/>
              <a:gd name="connsiteX5" fmla="*/ 952303 w 1642362"/>
              <a:gd name="connsiteY5" fmla="*/ 347916 h 1665940"/>
              <a:gd name="connsiteX6" fmla="*/ 1311839 w 1642362"/>
              <a:gd name="connsiteY6" fmla="*/ 970650 h 1665940"/>
              <a:gd name="connsiteX7" fmla="*/ 689105 w 1642362"/>
              <a:gd name="connsiteY7" fmla="*/ 1330186 h 1665940"/>
              <a:gd name="connsiteX8" fmla="*/ 329569 w 1642362"/>
              <a:gd name="connsiteY8" fmla="*/ 707451 h 1665940"/>
              <a:gd name="connsiteX9" fmla="*/ 952303 w 1642362"/>
              <a:gd name="connsiteY9" fmla="*/ 347916 h 1665940"/>
              <a:gd name="connsiteX10" fmla="*/ 971799 w 1642362"/>
              <a:gd name="connsiteY10" fmla="*/ 275155 h 1665940"/>
              <a:gd name="connsiteX11" fmla="*/ 256808 w 1642362"/>
              <a:gd name="connsiteY11" fmla="*/ 687955 h 1665940"/>
              <a:gd name="connsiteX12" fmla="*/ 669609 w 1642362"/>
              <a:gd name="connsiteY12" fmla="*/ 1402947 h 1665940"/>
              <a:gd name="connsiteX13" fmla="*/ 1384600 w 1642362"/>
              <a:gd name="connsiteY13" fmla="*/ 990146 h 1665940"/>
              <a:gd name="connsiteX14" fmla="*/ 971799 w 1642362"/>
              <a:gd name="connsiteY14" fmla="*/ 275155 h 1665940"/>
              <a:gd name="connsiteX15" fmla="*/ 1158157 w 1642362"/>
              <a:gd name="connsiteY15" fmla="*/ 65026 h 1665940"/>
              <a:gd name="connsiteX16" fmla="*/ 1154679 w 1642362"/>
              <a:gd name="connsiteY16" fmla="*/ 271718 h 1665940"/>
              <a:gd name="connsiteX17" fmla="*/ 1286346 w 1642362"/>
              <a:gd name="connsiteY17" fmla="*/ 377149 h 1665940"/>
              <a:gd name="connsiteX18" fmla="*/ 1470353 w 1642362"/>
              <a:gd name="connsiteY18" fmla="*/ 331395 h 1665940"/>
              <a:gd name="connsiteX19" fmla="*/ 1588305 w 1642362"/>
              <a:gd name="connsiteY19" fmla="*/ 553229 h 1665940"/>
              <a:gd name="connsiteX20" fmla="*/ 1457194 w 1642362"/>
              <a:gd name="connsiteY20" fmla="*/ 671432 h 1665940"/>
              <a:gd name="connsiteX21" fmla="*/ 1478595 w 1642362"/>
              <a:gd name="connsiteY21" fmla="*/ 857704 h 1665940"/>
              <a:gd name="connsiteX22" fmla="*/ 1642362 w 1642362"/>
              <a:gd name="connsiteY22" fmla="*/ 948616 h 1665940"/>
              <a:gd name="connsiteX23" fmla="*/ 1577335 w 1642362"/>
              <a:gd name="connsiteY23" fmla="*/ 1191298 h 1665940"/>
              <a:gd name="connsiteX24" fmla="*/ 1378614 w 1642362"/>
              <a:gd name="connsiteY24" fmla="*/ 1187955 h 1665940"/>
              <a:gd name="connsiteX25" fmla="*/ 1288939 w 1642362"/>
              <a:gd name="connsiteY25" fmla="*/ 1301599 h 1665940"/>
              <a:gd name="connsiteX26" fmla="*/ 1354201 w 1642362"/>
              <a:gd name="connsiteY26" fmla="*/ 1471932 h 1665940"/>
              <a:gd name="connsiteX27" fmla="*/ 1148396 w 1642362"/>
              <a:gd name="connsiteY27" fmla="*/ 1616039 h 1665940"/>
              <a:gd name="connsiteX28" fmla="*/ 992294 w 1642362"/>
              <a:gd name="connsiteY28" fmla="*/ 1480516 h 1665940"/>
              <a:gd name="connsiteX29" fmla="*/ 823805 w 1642362"/>
              <a:gd name="connsiteY29" fmla="*/ 1495510 h 1665940"/>
              <a:gd name="connsiteX30" fmla="*/ 729193 w 1642362"/>
              <a:gd name="connsiteY30" fmla="*/ 1665940 h 1665940"/>
              <a:gd name="connsiteX31" fmla="*/ 486511 w 1642362"/>
              <a:gd name="connsiteY31" fmla="*/ 1600914 h 1665940"/>
              <a:gd name="connsiteX32" fmla="*/ 489790 w 1642362"/>
              <a:gd name="connsiteY32" fmla="*/ 1406012 h 1665940"/>
              <a:gd name="connsiteX33" fmla="*/ 352658 w 1642362"/>
              <a:gd name="connsiteY33" fmla="*/ 1298452 h 1665940"/>
              <a:gd name="connsiteX34" fmla="*/ 152856 w 1642362"/>
              <a:gd name="connsiteY34" fmla="*/ 1344512 h 1665940"/>
              <a:gd name="connsiteX35" fmla="*/ 46675 w 1642362"/>
              <a:gd name="connsiteY35" fmla="*/ 1116809 h 1665940"/>
              <a:gd name="connsiteX36" fmla="*/ 183929 w 1642362"/>
              <a:gd name="connsiteY36" fmla="*/ 1005520 h 1665940"/>
              <a:gd name="connsiteX37" fmla="*/ 161615 w 1642362"/>
              <a:gd name="connsiteY37" fmla="*/ 838915 h 1665940"/>
              <a:gd name="connsiteX38" fmla="*/ 0 w 1642362"/>
              <a:gd name="connsiteY38" fmla="*/ 749197 h 1665940"/>
              <a:gd name="connsiteX39" fmla="*/ 65026 w 1642362"/>
              <a:gd name="connsiteY39" fmla="*/ 506515 h 1665940"/>
              <a:gd name="connsiteX40" fmla="*/ 250227 w 1642362"/>
              <a:gd name="connsiteY40" fmla="*/ 509630 h 1665940"/>
              <a:gd name="connsiteX41" fmla="*/ 340015 w 1642362"/>
              <a:gd name="connsiteY41" fmla="*/ 388679 h 1665940"/>
              <a:gd name="connsiteX42" fmla="*/ 277984 w 1642362"/>
              <a:gd name="connsiteY42" fmla="*/ 197357 h 1665940"/>
              <a:gd name="connsiteX43" fmla="*/ 491050 w 1642362"/>
              <a:gd name="connsiteY43" fmla="*/ 64219 h 1665940"/>
              <a:gd name="connsiteX44" fmla="*/ 639843 w 1642362"/>
              <a:gd name="connsiteY44" fmla="*/ 207726 h 1665940"/>
              <a:gd name="connsiteX45" fmla="*/ 821488 w 1642362"/>
              <a:gd name="connsiteY45" fmla="*/ 182440 h 1665940"/>
              <a:gd name="connsiteX46" fmla="*/ 915476 w 1642362"/>
              <a:gd name="connsiteY46" fmla="*/ 0 h 1665940"/>
              <a:gd name="connsiteX47" fmla="*/ 1158157 w 1642362"/>
              <a:gd name="connsiteY47" fmla="*/ 65026 h 166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4236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158157" y="65026"/>
                </a:moveTo>
                <a:cubicBezTo>
                  <a:pt x="1156998" y="133923"/>
                  <a:pt x="1155838" y="202821"/>
                  <a:pt x="1154679" y="271718"/>
                </a:cubicBezTo>
                <a:lnTo>
                  <a:pt x="1286346" y="377149"/>
                </a:ln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823805" y="1495510"/>
                </a:ln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821488" y="182440"/>
                </a:lnTo>
                <a:lnTo>
                  <a:pt x="915476" y="0"/>
                </a:lnTo>
                <a:lnTo>
                  <a:pt x="1158157" y="65026"/>
                </a:lnTo>
                <a:close/>
              </a:path>
            </a:pathLst>
          </a:custGeom>
          <a:solidFill>
            <a:schemeClr val="bg1"/>
          </a:solidFill>
          <a:ln w="31750">
            <a:noFill/>
          </a:ln>
          <a:effectLst>
            <a:innerShdw blurRad="114300">
              <a:schemeClr val="bg1">
                <a:lumMod val="7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" name="Oval 21">
            <a:extLst>
              <a:ext uri="{FF2B5EF4-FFF2-40B4-BE49-F238E27FC236}">
                <a16:creationId xmlns:a16="http://schemas.microsoft.com/office/drawing/2014/main" id="{5BFB194C-0559-43D8-8281-DC8F4FED5FA4}"/>
              </a:ext>
            </a:extLst>
          </p:cNvPr>
          <p:cNvSpPr>
            <a:spLocks noChangeAspect="1"/>
          </p:cNvSpPr>
          <p:nvPr userDrawn="1"/>
        </p:nvSpPr>
        <p:spPr>
          <a:xfrm rot="21317264">
            <a:off x="4317855" y="1291151"/>
            <a:ext cx="5263890" cy="5339456"/>
          </a:xfrm>
          <a:custGeom>
            <a:avLst/>
            <a:gdLst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355803 w 1652142"/>
              <a:gd name="connsiteY39" fmla="*/ 1305197 h 1665940"/>
              <a:gd name="connsiteX40" fmla="*/ 152856 w 1652142"/>
              <a:gd name="connsiteY40" fmla="*/ 1344512 h 1665940"/>
              <a:gd name="connsiteX41" fmla="*/ 46675 w 1652142"/>
              <a:gd name="connsiteY41" fmla="*/ 1116809 h 1665940"/>
              <a:gd name="connsiteX42" fmla="*/ 183929 w 1652142"/>
              <a:gd name="connsiteY42" fmla="*/ 1005520 h 1665940"/>
              <a:gd name="connsiteX43" fmla="*/ 161615 w 1652142"/>
              <a:gd name="connsiteY43" fmla="*/ 838915 h 1665940"/>
              <a:gd name="connsiteX44" fmla="*/ 0 w 1652142"/>
              <a:gd name="connsiteY44" fmla="*/ 749197 h 1665940"/>
              <a:gd name="connsiteX45" fmla="*/ 65026 w 1652142"/>
              <a:gd name="connsiteY45" fmla="*/ 506515 h 1665940"/>
              <a:gd name="connsiteX46" fmla="*/ 250227 w 1652142"/>
              <a:gd name="connsiteY46" fmla="*/ 509630 h 1665940"/>
              <a:gd name="connsiteX47" fmla="*/ 340015 w 1652142"/>
              <a:gd name="connsiteY47" fmla="*/ 388679 h 1665940"/>
              <a:gd name="connsiteX48" fmla="*/ 277984 w 1652142"/>
              <a:gd name="connsiteY48" fmla="*/ 197357 h 1665940"/>
              <a:gd name="connsiteX49" fmla="*/ 491050 w 1652142"/>
              <a:gd name="connsiteY49" fmla="*/ 64219 h 1665940"/>
              <a:gd name="connsiteX50" fmla="*/ 639843 w 1652142"/>
              <a:gd name="connsiteY50" fmla="*/ 207726 h 1665940"/>
              <a:gd name="connsiteX51" fmla="*/ 638348 w 1652142"/>
              <a:gd name="connsiteY51" fmla="*/ 208660 h 1665940"/>
              <a:gd name="connsiteX52" fmla="*/ 821488 w 1652142"/>
              <a:gd name="connsiteY52" fmla="*/ 182440 h 1665940"/>
              <a:gd name="connsiteX53" fmla="*/ 815140 w 1652142"/>
              <a:gd name="connsiteY53" fmla="*/ 180739 h 1665940"/>
              <a:gd name="connsiteX54" fmla="*/ 915476 w 1652142"/>
              <a:gd name="connsiteY54" fmla="*/ 0 h 1665940"/>
              <a:gd name="connsiteX55" fmla="*/ 1158157 w 1652142"/>
              <a:gd name="connsiteY55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815140 w 1652142"/>
              <a:gd name="connsiteY52" fmla="*/ 180739 h 1665940"/>
              <a:gd name="connsiteX53" fmla="*/ 915476 w 1652142"/>
              <a:gd name="connsiteY53" fmla="*/ 0 h 1665940"/>
              <a:gd name="connsiteX54" fmla="*/ 1158157 w 1652142"/>
              <a:gd name="connsiteY54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915476 w 1652142"/>
              <a:gd name="connsiteY52" fmla="*/ 0 h 1665940"/>
              <a:gd name="connsiteX53" fmla="*/ 1158157 w 1652142"/>
              <a:gd name="connsiteY53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821488 w 1652142"/>
              <a:gd name="connsiteY50" fmla="*/ 182440 h 1665940"/>
              <a:gd name="connsiteX51" fmla="*/ 915476 w 1652142"/>
              <a:gd name="connsiteY51" fmla="*/ 0 h 1665940"/>
              <a:gd name="connsiteX52" fmla="*/ 1158157 w 1652142"/>
              <a:gd name="connsiteY52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286346 w 1652142"/>
              <a:gd name="connsiteY21" fmla="*/ 377149 h 1665940"/>
              <a:gd name="connsiteX22" fmla="*/ 1470353 w 1652142"/>
              <a:gd name="connsiteY22" fmla="*/ 331395 h 1665940"/>
              <a:gd name="connsiteX23" fmla="*/ 1588305 w 1652142"/>
              <a:gd name="connsiteY23" fmla="*/ 553229 h 1665940"/>
              <a:gd name="connsiteX24" fmla="*/ 1457194 w 1652142"/>
              <a:gd name="connsiteY24" fmla="*/ 671432 h 1665940"/>
              <a:gd name="connsiteX25" fmla="*/ 1478595 w 1652142"/>
              <a:gd name="connsiteY25" fmla="*/ 857704 h 1665940"/>
              <a:gd name="connsiteX26" fmla="*/ 1642362 w 1652142"/>
              <a:gd name="connsiteY26" fmla="*/ 948616 h 1665940"/>
              <a:gd name="connsiteX27" fmla="*/ 1577335 w 1652142"/>
              <a:gd name="connsiteY27" fmla="*/ 1191298 h 1665940"/>
              <a:gd name="connsiteX28" fmla="*/ 1378614 w 1652142"/>
              <a:gd name="connsiteY28" fmla="*/ 1187955 h 1665940"/>
              <a:gd name="connsiteX29" fmla="*/ 1288939 w 1652142"/>
              <a:gd name="connsiteY29" fmla="*/ 1301599 h 1665940"/>
              <a:gd name="connsiteX30" fmla="*/ 1354201 w 1652142"/>
              <a:gd name="connsiteY30" fmla="*/ 1471932 h 1665940"/>
              <a:gd name="connsiteX31" fmla="*/ 1148396 w 1652142"/>
              <a:gd name="connsiteY31" fmla="*/ 1616039 h 1665940"/>
              <a:gd name="connsiteX32" fmla="*/ 992294 w 1652142"/>
              <a:gd name="connsiteY32" fmla="*/ 1480516 h 1665940"/>
              <a:gd name="connsiteX33" fmla="*/ 823805 w 1652142"/>
              <a:gd name="connsiteY33" fmla="*/ 1495510 h 1665940"/>
              <a:gd name="connsiteX34" fmla="*/ 729193 w 1652142"/>
              <a:gd name="connsiteY34" fmla="*/ 1665940 h 1665940"/>
              <a:gd name="connsiteX35" fmla="*/ 486511 w 1652142"/>
              <a:gd name="connsiteY35" fmla="*/ 1600914 h 1665940"/>
              <a:gd name="connsiteX36" fmla="*/ 489790 w 1652142"/>
              <a:gd name="connsiteY36" fmla="*/ 1406012 h 1665940"/>
              <a:gd name="connsiteX37" fmla="*/ 352658 w 1652142"/>
              <a:gd name="connsiteY37" fmla="*/ 1298452 h 1665940"/>
              <a:gd name="connsiteX38" fmla="*/ 152856 w 1652142"/>
              <a:gd name="connsiteY38" fmla="*/ 1344512 h 1665940"/>
              <a:gd name="connsiteX39" fmla="*/ 46675 w 1652142"/>
              <a:gd name="connsiteY39" fmla="*/ 1116809 h 1665940"/>
              <a:gd name="connsiteX40" fmla="*/ 183929 w 1652142"/>
              <a:gd name="connsiteY40" fmla="*/ 1005520 h 1665940"/>
              <a:gd name="connsiteX41" fmla="*/ 161615 w 1652142"/>
              <a:gd name="connsiteY41" fmla="*/ 838915 h 1665940"/>
              <a:gd name="connsiteX42" fmla="*/ 0 w 1652142"/>
              <a:gd name="connsiteY42" fmla="*/ 749197 h 1665940"/>
              <a:gd name="connsiteX43" fmla="*/ 65026 w 1652142"/>
              <a:gd name="connsiteY43" fmla="*/ 506515 h 1665940"/>
              <a:gd name="connsiteX44" fmla="*/ 250227 w 1652142"/>
              <a:gd name="connsiteY44" fmla="*/ 509630 h 1665940"/>
              <a:gd name="connsiteX45" fmla="*/ 340015 w 1652142"/>
              <a:gd name="connsiteY45" fmla="*/ 388679 h 1665940"/>
              <a:gd name="connsiteX46" fmla="*/ 277984 w 1652142"/>
              <a:gd name="connsiteY46" fmla="*/ 197357 h 1665940"/>
              <a:gd name="connsiteX47" fmla="*/ 491050 w 1652142"/>
              <a:gd name="connsiteY47" fmla="*/ 64219 h 1665940"/>
              <a:gd name="connsiteX48" fmla="*/ 639843 w 1652142"/>
              <a:gd name="connsiteY48" fmla="*/ 207726 h 1665940"/>
              <a:gd name="connsiteX49" fmla="*/ 821488 w 1652142"/>
              <a:gd name="connsiteY49" fmla="*/ 182440 h 1665940"/>
              <a:gd name="connsiteX50" fmla="*/ 915476 w 1652142"/>
              <a:gd name="connsiteY50" fmla="*/ 0 h 1665940"/>
              <a:gd name="connsiteX51" fmla="*/ 1158157 w 1652142"/>
              <a:gd name="connsiteY51" fmla="*/ 65026 h 1665940"/>
              <a:gd name="connsiteX0" fmla="*/ 898689 w 1649662"/>
              <a:gd name="connsiteY0" fmla="*/ 548008 h 1665940"/>
              <a:gd name="connsiteX1" fmla="*/ 529661 w 1649662"/>
              <a:gd name="connsiteY1" fmla="*/ 761066 h 1665940"/>
              <a:gd name="connsiteX2" fmla="*/ 742719 w 1649662"/>
              <a:gd name="connsiteY2" fmla="*/ 1130094 h 1665940"/>
              <a:gd name="connsiteX3" fmla="*/ 1111747 w 1649662"/>
              <a:gd name="connsiteY3" fmla="*/ 917036 h 1665940"/>
              <a:gd name="connsiteX4" fmla="*/ 898689 w 1649662"/>
              <a:gd name="connsiteY4" fmla="*/ 548008 h 1665940"/>
              <a:gd name="connsiteX5" fmla="*/ 952303 w 1649662"/>
              <a:gd name="connsiteY5" fmla="*/ 347916 h 1665940"/>
              <a:gd name="connsiteX6" fmla="*/ 1311839 w 1649662"/>
              <a:gd name="connsiteY6" fmla="*/ 970650 h 1665940"/>
              <a:gd name="connsiteX7" fmla="*/ 689105 w 1649662"/>
              <a:gd name="connsiteY7" fmla="*/ 1330186 h 1665940"/>
              <a:gd name="connsiteX8" fmla="*/ 329569 w 1649662"/>
              <a:gd name="connsiteY8" fmla="*/ 707451 h 1665940"/>
              <a:gd name="connsiteX9" fmla="*/ 952303 w 1649662"/>
              <a:gd name="connsiteY9" fmla="*/ 347916 h 1665940"/>
              <a:gd name="connsiteX10" fmla="*/ 971799 w 1649662"/>
              <a:gd name="connsiteY10" fmla="*/ 275155 h 1665940"/>
              <a:gd name="connsiteX11" fmla="*/ 256808 w 1649662"/>
              <a:gd name="connsiteY11" fmla="*/ 687955 h 1665940"/>
              <a:gd name="connsiteX12" fmla="*/ 669609 w 1649662"/>
              <a:gd name="connsiteY12" fmla="*/ 1402947 h 1665940"/>
              <a:gd name="connsiteX13" fmla="*/ 1384600 w 1649662"/>
              <a:gd name="connsiteY13" fmla="*/ 990146 h 1665940"/>
              <a:gd name="connsiteX14" fmla="*/ 971799 w 1649662"/>
              <a:gd name="connsiteY14" fmla="*/ 275155 h 1665940"/>
              <a:gd name="connsiteX15" fmla="*/ 1647140 w 1649662"/>
              <a:gd name="connsiteY15" fmla="*/ 399895 h 1665940"/>
              <a:gd name="connsiteX16" fmla="*/ 1649662 w 1649662"/>
              <a:gd name="connsiteY16" fmla="*/ 403784 h 1665940"/>
              <a:gd name="connsiteX17" fmla="*/ 1647140 w 1649662"/>
              <a:gd name="connsiteY17" fmla="*/ 399895 h 1665940"/>
              <a:gd name="connsiteX18" fmla="*/ 1158157 w 1649662"/>
              <a:gd name="connsiteY18" fmla="*/ 65026 h 1665940"/>
              <a:gd name="connsiteX19" fmla="*/ 1154679 w 1649662"/>
              <a:gd name="connsiteY19" fmla="*/ 271718 h 1665940"/>
              <a:gd name="connsiteX20" fmla="*/ 1286346 w 1649662"/>
              <a:gd name="connsiteY20" fmla="*/ 377149 h 1665940"/>
              <a:gd name="connsiteX21" fmla="*/ 1470353 w 1649662"/>
              <a:gd name="connsiteY21" fmla="*/ 331395 h 1665940"/>
              <a:gd name="connsiteX22" fmla="*/ 1588305 w 1649662"/>
              <a:gd name="connsiteY22" fmla="*/ 553229 h 1665940"/>
              <a:gd name="connsiteX23" fmla="*/ 1457194 w 1649662"/>
              <a:gd name="connsiteY23" fmla="*/ 671432 h 1665940"/>
              <a:gd name="connsiteX24" fmla="*/ 1478595 w 1649662"/>
              <a:gd name="connsiteY24" fmla="*/ 857704 h 1665940"/>
              <a:gd name="connsiteX25" fmla="*/ 1642362 w 1649662"/>
              <a:gd name="connsiteY25" fmla="*/ 948616 h 1665940"/>
              <a:gd name="connsiteX26" fmla="*/ 1577335 w 1649662"/>
              <a:gd name="connsiteY26" fmla="*/ 1191298 h 1665940"/>
              <a:gd name="connsiteX27" fmla="*/ 1378614 w 1649662"/>
              <a:gd name="connsiteY27" fmla="*/ 1187955 h 1665940"/>
              <a:gd name="connsiteX28" fmla="*/ 1288939 w 1649662"/>
              <a:gd name="connsiteY28" fmla="*/ 1301599 h 1665940"/>
              <a:gd name="connsiteX29" fmla="*/ 1354201 w 1649662"/>
              <a:gd name="connsiteY29" fmla="*/ 1471932 h 1665940"/>
              <a:gd name="connsiteX30" fmla="*/ 1148396 w 1649662"/>
              <a:gd name="connsiteY30" fmla="*/ 1616039 h 1665940"/>
              <a:gd name="connsiteX31" fmla="*/ 992294 w 1649662"/>
              <a:gd name="connsiteY31" fmla="*/ 1480516 h 1665940"/>
              <a:gd name="connsiteX32" fmla="*/ 823805 w 1649662"/>
              <a:gd name="connsiteY32" fmla="*/ 1495510 h 1665940"/>
              <a:gd name="connsiteX33" fmla="*/ 729193 w 1649662"/>
              <a:gd name="connsiteY33" fmla="*/ 1665940 h 1665940"/>
              <a:gd name="connsiteX34" fmla="*/ 486511 w 1649662"/>
              <a:gd name="connsiteY34" fmla="*/ 1600914 h 1665940"/>
              <a:gd name="connsiteX35" fmla="*/ 489790 w 1649662"/>
              <a:gd name="connsiteY35" fmla="*/ 1406012 h 1665940"/>
              <a:gd name="connsiteX36" fmla="*/ 352658 w 1649662"/>
              <a:gd name="connsiteY36" fmla="*/ 1298452 h 1665940"/>
              <a:gd name="connsiteX37" fmla="*/ 152856 w 1649662"/>
              <a:gd name="connsiteY37" fmla="*/ 1344512 h 1665940"/>
              <a:gd name="connsiteX38" fmla="*/ 46675 w 1649662"/>
              <a:gd name="connsiteY38" fmla="*/ 1116809 h 1665940"/>
              <a:gd name="connsiteX39" fmla="*/ 183929 w 1649662"/>
              <a:gd name="connsiteY39" fmla="*/ 1005520 h 1665940"/>
              <a:gd name="connsiteX40" fmla="*/ 161615 w 1649662"/>
              <a:gd name="connsiteY40" fmla="*/ 838915 h 1665940"/>
              <a:gd name="connsiteX41" fmla="*/ 0 w 1649662"/>
              <a:gd name="connsiteY41" fmla="*/ 749197 h 1665940"/>
              <a:gd name="connsiteX42" fmla="*/ 65026 w 1649662"/>
              <a:gd name="connsiteY42" fmla="*/ 506515 h 1665940"/>
              <a:gd name="connsiteX43" fmla="*/ 250227 w 1649662"/>
              <a:gd name="connsiteY43" fmla="*/ 509630 h 1665940"/>
              <a:gd name="connsiteX44" fmla="*/ 340015 w 1649662"/>
              <a:gd name="connsiteY44" fmla="*/ 388679 h 1665940"/>
              <a:gd name="connsiteX45" fmla="*/ 277984 w 1649662"/>
              <a:gd name="connsiteY45" fmla="*/ 197357 h 1665940"/>
              <a:gd name="connsiteX46" fmla="*/ 491050 w 1649662"/>
              <a:gd name="connsiteY46" fmla="*/ 64219 h 1665940"/>
              <a:gd name="connsiteX47" fmla="*/ 639843 w 1649662"/>
              <a:gd name="connsiteY47" fmla="*/ 207726 h 1665940"/>
              <a:gd name="connsiteX48" fmla="*/ 821488 w 1649662"/>
              <a:gd name="connsiteY48" fmla="*/ 182440 h 1665940"/>
              <a:gd name="connsiteX49" fmla="*/ 915476 w 1649662"/>
              <a:gd name="connsiteY49" fmla="*/ 0 h 1665940"/>
              <a:gd name="connsiteX50" fmla="*/ 1158157 w 1649662"/>
              <a:gd name="connsiteY50" fmla="*/ 65026 h 1665940"/>
              <a:gd name="connsiteX0" fmla="*/ 898689 w 1642362"/>
              <a:gd name="connsiteY0" fmla="*/ 548008 h 1665940"/>
              <a:gd name="connsiteX1" fmla="*/ 529661 w 1642362"/>
              <a:gd name="connsiteY1" fmla="*/ 761066 h 1665940"/>
              <a:gd name="connsiteX2" fmla="*/ 742719 w 1642362"/>
              <a:gd name="connsiteY2" fmla="*/ 1130094 h 1665940"/>
              <a:gd name="connsiteX3" fmla="*/ 1111747 w 1642362"/>
              <a:gd name="connsiteY3" fmla="*/ 917036 h 1665940"/>
              <a:gd name="connsiteX4" fmla="*/ 898689 w 1642362"/>
              <a:gd name="connsiteY4" fmla="*/ 548008 h 1665940"/>
              <a:gd name="connsiteX5" fmla="*/ 952303 w 1642362"/>
              <a:gd name="connsiteY5" fmla="*/ 347916 h 1665940"/>
              <a:gd name="connsiteX6" fmla="*/ 1311839 w 1642362"/>
              <a:gd name="connsiteY6" fmla="*/ 970650 h 1665940"/>
              <a:gd name="connsiteX7" fmla="*/ 689105 w 1642362"/>
              <a:gd name="connsiteY7" fmla="*/ 1330186 h 1665940"/>
              <a:gd name="connsiteX8" fmla="*/ 329569 w 1642362"/>
              <a:gd name="connsiteY8" fmla="*/ 707451 h 1665940"/>
              <a:gd name="connsiteX9" fmla="*/ 952303 w 1642362"/>
              <a:gd name="connsiteY9" fmla="*/ 347916 h 1665940"/>
              <a:gd name="connsiteX10" fmla="*/ 971799 w 1642362"/>
              <a:gd name="connsiteY10" fmla="*/ 275155 h 1665940"/>
              <a:gd name="connsiteX11" fmla="*/ 256808 w 1642362"/>
              <a:gd name="connsiteY11" fmla="*/ 687955 h 1665940"/>
              <a:gd name="connsiteX12" fmla="*/ 669609 w 1642362"/>
              <a:gd name="connsiteY12" fmla="*/ 1402947 h 1665940"/>
              <a:gd name="connsiteX13" fmla="*/ 1384600 w 1642362"/>
              <a:gd name="connsiteY13" fmla="*/ 990146 h 1665940"/>
              <a:gd name="connsiteX14" fmla="*/ 971799 w 1642362"/>
              <a:gd name="connsiteY14" fmla="*/ 275155 h 1665940"/>
              <a:gd name="connsiteX15" fmla="*/ 1158157 w 1642362"/>
              <a:gd name="connsiteY15" fmla="*/ 65026 h 1665940"/>
              <a:gd name="connsiteX16" fmla="*/ 1154679 w 1642362"/>
              <a:gd name="connsiteY16" fmla="*/ 271718 h 1665940"/>
              <a:gd name="connsiteX17" fmla="*/ 1286346 w 1642362"/>
              <a:gd name="connsiteY17" fmla="*/ 377149 h 1665940"/>
              <a:gd name="connsiteX18" fmla="*/ 1470353 w 1642362"/>
              <a:gd name="connsiteY18" fmla="*/ 331395 h 1665940"/>
              <a:gd name="connsiteX19" fmla="*/ 1588305 w 1642362"/>
              <a:gd name="connsiteY19" fmla="*/ 553229 h 1665940"/>
              <a:gd name="connsiteX20" fmla="*/ 1457194 w 1642362"/>
              <a:gd name="connsiteY20" fmla="*/ 671432 h 1665940"/>
              <a:gd name="connsiteX21" fmla="*/ 1478595 w 1642362"/>
              <a:gd name="connsiteY21" fmla="*/ 857704 h 1665940"/>
              <a:gd name="connsiteX22" fmla="*/ 1642362 w 1642362"/>
              <a:gd name="connsiteY22" fmla="*/ 948616 h 1665940"/>
              <a:gd name="connsiteX23" fmla="*/ 1577335 w 1642362"/>
              <a:gd name="connsiteY23" fmla="*/ 1191298 h 1665940"/>
              <a:gd name="connsiteX24" fmla="*/ 1378614 w 1642362"/>
              <a:gd name="connsiteY24" fmla="*/ 1187955 h 1665940"/>
              <a:gd name="connsiteX25" fmla="*/ 1288939 w 1642362"/>
              <a:gd name="connsiteY25" fmla="*/ 1301599 h 1665940"/>
              <a:gd name="connsiteX26" fmla="*/ 1354201 w 1642362"/>
              <a:gd name="connsiteY26" fmla="*/ 1471932 h 1665940"/>
              <a:gd name="connsiteX27" fmla="*/ 1148396 w 1642362"/>
              <a:gd name="connsiteY27" fmla="*/ 1616039 h 1665940"/>
              <a:gd name="connsiteX28" fmla="*/ 992294 w 1642362"/>
              <a:gd name="connsiteY28" fmla="*/ 1480516 h 1665940"/>
              <a:gd name="connsiteX29" fmla="*/ 823805 w 1642362"/>
              <a:gd name="connsiteY29" fmla="*/ 1495510 h 1665940"/>
              <a:gd name="connsiteX30" fmla="*/ 729193 w 1642362"/>
              <a:gd name="connsiteY30" fmla="*/ 1665940 h 1665940"/>
              <a:gd name="connsiteX31" fmla="*/ 486511 w 1642362"/>
              <a:gd name="connsiteY31" fmla="*/ 1600914 h 1665940"/>
              <a:gd name="connsiteX32" fmla="*/ 489790 w 1642362"/>
              <a:gd name="connsiteY32" fmla="*/ 1406012 h 1665940"/>
              <a:gd name="connsiteX33" fmla="*/ 352658 w 1642362"/>
              <a:gd name="connsiteY33" fmla="*/ 1298452 h 1665940"/>
              <a:gd name="connsiteX34" fmla="*/ 152856 w 1642362"/>
              <a:gd name="connsiteY34" fmla="*/ 1344512 h 1665940"/>
              <a:gd name="connsiteX35" fmla="*/ 46675 w 1642362"/>
              <a:gd name="connsiteY35" fmla="*/ 1116809 h 1665940"/>
              <a:gd name="connsiteX36" fmla="*/ 183929 w 1642362"/>
              <a:gd name="connsiteY36" fmla="*/ 1005520 h 1665940"/>
              <a:gd name="connsiteX37" fmla="*/ 161615 w 1642362"/>
              <a:gd name="connsiteY37" fmla="*/ 838915 h 1665940"/>
              <a:gd name="connsiteX38" fmla="*/ 0 w 1642362"/>
              <a:gd name="connsiteY38" fmla="*/ 749197 h 1665940"/>
              <a:gd name="connsiteX39" fmla="*/ 65026 w 1642362"/>
              <a:gd name="connsiteY39" fmla="*/ 506515 h 1665940"/>
              <a:gd name="connsiteX40" fmla="*/ 250227 w 1642362"/>
              <a:gd name="connsiteY40" fmla="*/ 509630 h 1665940"/>
              <a:gd name="connsiteX41" fmla="*/ 340015 w 1642362"/>
              <a:gd name="connsiteY41" fmla="*/ 388679 h 1665940"/>
              <a:gd name="connsiteX42" fmla="*/ 277984 w 1642362"/>
              <a:gd name="connsiteY42" fmla="*/ 197357 h 1665940"/>
              <a:gd name="connsiteX43" fmla="*/ 491050 w 1642362"/>
              <a:gd name="connsiteY43" fmla="*/ 64219 h 1665940"/>
              <a:gd name="connsiteX44" fmla="*/ 639843 w 1642362"/>
              <a:gd name="connsiteY44" fmla="*/ 207726 h 1665940"/>
              <a:gd name="connsiteX45" fmla="*/ 821488 w 1642362"/>
              <a:gd name="connsiteY45" fmla="*/ 182440 h 1665940"/>
              <a:gd name="connsiteX46" fmla="*/ 915476 w 1642362"/>
              <a:gd name="connsiteY46" fmla="*/ 0 h 1665940"/>
              <a:gd name="connsiteX47" fmla="*/ 1158157 w 1642362"/>
              <a:gd name="connsiteY47" fmla="*/ 65026 h 166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4236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158157" y="65026"/>
                </a:moveTo>
                <a:cubicBezTo>
                  <a:pt x="1156998" y="133923"/>
                  <a:pt x="1155838" y="202821"/>
                  <a:pt x="1154679" y="271718"/>
                </a:cubicBezTo>
                <a:lnTo>
                  <a:pt x="1286346" y="377149"/>
                </a:ln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823805" y="1495510"/>
                </a:ln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821488" y="182440"/>
                </a:lnTo>
                <a:lnTo>
                  <a:pt x="915476" y="0"/>
                </a:lnTo>
                <a:lnTo>
                  <a:pt x="1158157" y="65026"/>
                </a:lnTo>
                <a:close/>
              </a:path>
            </a:pathLst>
          </a:custGeom>
          <a:solidFill>
            <a:schemeClr val="bg1"/>
          </a:solidFill>
          <a:ln w="31750">
            <a:noFill/>
          </a:ln>
          <a:effectLst>
            <a:innerShdw blurRad="114300">
              <a:schemeClr val="bg1">
                <a:lumMod val="7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4D7E09E-B096-4EAA-9D9B-E12E2A15C74F}"/>
              </a:ext>
            </a:extLst>
          </p:cNvPr>
          <p:cNvSpPr/>
          <p:nvPr userDrawn="1"/>
        </p:nvSpPr>
        <p:spPr>
          <a:xfrm>
            <a:off x="0" y="-20197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11BAD-BE26-469F-8AF1-D4E4CB1E0C57}"/>
              </a:ext>
            </a:extLst>
          </p:cNvPr>
          <p:cNvSpPr/>
          <p:nvPr userDrawn="1"/>
        </p:nvSpPr>
        <p:spPr>
          <a:xfrm>
            <a:off x="0" y="1746689"/>
            <a:ext cx="12192000" cy="2016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26526BD0-18AC-446E-B941-C76E6003BE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437" y="1512807"/>
            <a:ext cx="2484000" cy="24839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8046B0C-ED56-4BAD-BE35-1394B5D5CA8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807968" y="0"/>
            <a:ext cx="638403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34">
            <a:extLst>
              <a:ext uri="{FF2B5EF4-FFF2-40B4-BE49-F238E27FC236}">
                <a16:creationId xmlns:a16="http://schemas.microsoft.com/office/drawing/2014/main" id="{D0D9BAF9-A476-428E-9F30-DD15FD0074E2}"/>
              </a:ext>
            </a:extLst>
          </p:cNvPr>
          <p:cNvSpPr/>
          <p:nvPr userDrawn="1"/>
        </p:nvSpPr>
        <p:spPr>
          <a:xfrm>
            <a:off x="9375470" y="5930970"/>
            <a:ext cx="3674712" cy="47758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D1C46EF-FCD1-47F3-8B3A-2B8B23A4E4AB}"/>
              </a:ext>
            </a:extLst>
          </p:cNvPr>
          <p:cNvGrpSpPr/>
          <p:nvPr userDrawn="1"/>
        </p:nvGrpSpPr>
        <p:grpSpPr>
          <a:xfrm>
            <a:off x="8949924" y="1077957"/>
            <a:ext cx="3242076" cy="5095480"/>
            <a:chOff x="9508727" y="2147107"/>
            <a:chExt cx="2683273" cy="4217224"/>
          </a:xfrm>
        </p:grpSpPr>
        <p:sp>
          <p:nvSpPr>
            <p:cNvPr id="3" name="Freeform: Shape 6">
              <a:extLst>
                <a:ext uri="{FF2B5EF4-FFF2-40B4-BE49-F238E27FC236}">
                  <a16:creationId xmlns:a16="http://schemas.microsoft.com/office/drawing/2014/main" id="{8DDC986D-5CF9-4E0F-9494-46D27D977BF6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" name="Freeform: Shape 7">
              <a:extLst>
                <a:ext uri="{FF2B5EF4-FFF2-40B4-BE49-F238E27FC236}">
                  <a16:creationId xmlns:a16="http://schemas.microsoft.com/office/drawing/2014/main" id="{13E1B97E-7EBE-472A-8B33-371C519B5090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" name="Freeform: Shape 8">
              <a:extLst>
                <a:ext uri="{FF2B5EF4-FFF2-40B4-BE49-F238E27FC236}">
                  <a16:creationId xmlns:a16="http://schemas.microsoft.com/office/drawing/2014/main" id="{39DCA0F8-BC1E-4731-BA2B-123CB2F318B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F0E29DCA-D3C8-43C6-8494-2EF5B72EB5A5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: Shape 10">
              <a:extLst>
                <a:ext uri="{FF2B5EF4-FFF2-40B4-BE49-F238E27FC236}">
                  <a16:creationId xmlns:a16="http://schemas.microsoft.com/office/drawing/2014/main" id="{793F892A-517A-439D-800C-3372851273B3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" name="Freeform: Shape 11">
              <a:extLst>
                <a:ext uri="{FF2B5EF4-FFF2-40B4-BE49-F238E27FC236}">
                  <a16:creationId xmlns:a16="http://schemas.microsoft.com/office/drawing/2014/main" id="{90EE32B5-3037-4B82-91A4-1CE8776A5551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5FC50DD0-94DE-4F07-B2CB-22FD08C74F50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5D6055E-8A81-4ABC-A08D-6B8CE2CA025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125534" y="1242176"/>
            <a:ext cx="3066466" cy="35940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385E988-8632-4FE8-A24A-285CCE981485}"/>
              </a:ext>
            </a:extLst>
          </p:cNvPr>
          <p:cNvSpPr/>
          <p:nvPr userDrawn="1"/>
        </p:nvSpPr>
        <p:spPr>
          <a:xfrm>
            <a:off x="3985404" y="918494"/>
            <a:ext cx="7347614" cy="5021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712176-17FF-4437-88A7-52464A39C1C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514349" y="1690255"/>
            <a:ext cx="2644911" cy="34774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F6694648-6440-4D10-85F1-C8016E26E3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4489" y="1690255"/>
            <a:ext cx="5329584" cy="347749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A8AE127-62AE-4738-B7E4-3C58226EDC3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4">
            <a:extLst>
              <a:ext uri="{FF2B5EF4-FFF2-40B4-BE49-F238E27FC236}">
                <a16:creationId xmlns:a16="http://schemas.microsoft.com/office/drawing/2014/main" id="{DB779D40-6777-4833-AD12-3584EA00BF01}"/>
              </a:ext>
            </a:extLst>
          </p:cNvPr>
          <p:cNvSpPr/>
          <p:nvPr userDrawn="1"/>
        </p:nvSpPr>
        <p:spPr>
          <a:xfrm>
            <a:off x="2421288" y="4676968"/>
            <a:ext cx="7349423" cy="7444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83F45FF0-3D1C-416E-90C3-45E753693D64}"/>
              </a:ext>
            </a:extLst>
          </p:cNvPr>
          <p:cNvGrpSpPr/>
          <p:nvPr userDrawn="1"/>
        </p:nvGrpSpPr>
        <p:grpSpPr>
          <a:xfrm>
            <a:off x="3034295" y="1729760"/>
            <a:ext cx="6123410" cy="3364399"/>
            <a:chOff x="-548507" y="477868"/>
            <a:chExt cx="11570449" cy="6357177"/>
          </a:xfrm>
        </p:grpSpPr>
        <p:sp>
          <p:nvSpPr>
            <p:cNvPr id="4" name="Freeform: Shape 16">
              <a:extLst>
                <a:ext uri="{FF2B5EF4-FFF2-40B4-BE49-F238E27FC236}">
                  <a16:creationId xmlns:a16="http://schemas.microsoft.com/office/drawing/2014/main" id="{001B221C-C572-4D0D-B977-1635E23FC897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23">
              <a:extLst>
                <a:ext uri="{FF2B5EF4-FFF2-40B4-BE49-F238E27FC236}">
                  <a16:creationId xmlns:a16="http://schemas.microsoft.com/office/drawing/2014/main" id="{3A3BAE22-9C86-4A75-994B-489D270B75A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4">
              <a:extLst>
                <a:ext uri="{FF2B5EF4-FFF2-40B4-BE49-F238E27FC236}">
                  <a16:creationId xmlns:a16="http://schemas.microsoft.com/office/drawing/2014/main" id="{2525822A-0845-435E-8B15-95A845A97D2C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5">
              <a:extLst>
                <a:ext uri="{FF2B5EF4-FFF2-40B4-BE49-F238E27FC236}">
                  <a16:creationId xmlns:a16="http://schemas.microsoft.com/office/drawing/2014/main" id="{D70A180D-391F-489D-8585-FEF8AAF32E64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26">
              <a:extLst>
                <a:ext uri="{FF2B5EF4-FFF2-40B4-BE49-F238E27FC236}">
                  <a16:creationId xmlns:a16="http://schemas.microsoft.com/office/drawing/2014/main" id="{440C24CF-E554-4A45-8B5C-1820DE08E180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44857151-FF65-4312-B61E-6C04CDE4C83F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32">
                <a:extLst>
                  <a:ext uri="{FF2B5EF4-FFF2-40B4-BE49-F238E27FC236}">
                    <a16:creationId xmlns:a16="http://schemas.microsoft.com/office/drawing/2014/main" id="{FD7FD37F-3D9B-42D1-8781-A3C05E09C374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33">
                <a:extLst>
                  <a:ext uri="{FF2B5EF4-FFF2-40B4-BE49-F238E27FC236}">
                    <a16:creationId xmlns:a16="http://schemas.microsoft.com/office/drawing/2014/main" id="{0CEB1C61-B6D9-460F-959F-95B93CDE5CDB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28">
              <a:extLst>
                <a:ext uri="{FF2B5EF4-FFF2-40B4-BE49-F238E27FC236}">
                  <a16:creationId xmlns:a16="http://schemas.microsoft.com/office/drawing/2014/main" id="{2D878CC0-67D9-41E0-8AA7-A0CBF4873400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30">
                <a:extLst>
                  <a:ext uri="{FF2B5EF4-FFF2-40B4-BE49-F238E27FC236}">
                    <a16:creationId xmlns:a16="http://schemas.microsoft.com/office/drawing/2014/main" id="{E5AA4EAA-77B3-4163-9CF2-EDF42C184D1C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31">
                <a:extLst>
                  <a:ext uri="{FF2B5EF4-FFF2-40B4-BE49-F238E27FC236}">
                    <a16:creationId xmlns:a16="http://schemas.microsoft.com/office/drawing/2014/main" id="{6BA271D3-A064-482C-A710-8953AAE2D85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29">
              <a:extLst>
                <a:ext uri="{FF2B5EF4-FFF2-40B4-BE49-F238E27FC236}">
                  <a16:creationId xmlns:a16="http://schemas.microsoft.com/office/drawing/2014/main" id="{D879FD14-8546-499B-A51A-183A6961C80F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5BF391F-F112-4D18-8DA9-74CEB865C88C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842916" y="1917910"/>
            <a:ext cx="4506168" cy="272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270D071-2A48-4809-9DC3-EB9BB0F249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173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79F3FE37-7742-4579-A648-ACE7CF3921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72801"/>
            <a:ext cx="12192000" cy="261158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39F9433B-9630-443C-9C14-8F3DCD9DED95}"/>
              </a:ext>
            </a:extLst>
          </p:cNvPr>
          <p:cNvSpPr/>
          <p:nvPr userDrawn="1"/>
        </p:nvSpPr>
        <p:spPr>
          <a:xfrm>
            <a:off x="0" y="1605667"/>
            <a:ext cx="609600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7B068CE-E6B2-4281-995D-11B414A7CE07}"/>
              </a:ext>
            </a:extLst>
          </p:cNvPr>
          <p:cNvSpPr/>
          <p:nvPr userDrawn="1"/>
        </p:nvSpPr>
        <p:spPr>
          <a:xfrm>
            <a:off x="6096000" y="1605506"/>
            <a:ext cx="609600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6FF2FD-7F96-450D-9C4A-87B47766EE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9402" y="173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90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9" r:id="rId17"/>
    <p:sldLayoutId id="2147483688" r:id="rId18"/>
    <p:sldLayoutId id="2147483687" r:id="rId19"/>
    <p:sldLayoutId id="2147483671" r:id="rId20"/>
    <p:sldLayoutId id="2147483672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FE5D8-8762-4892-976A-7FCD63345800}"/>
              </a:ext>
            </a:extLst>
          </p:cNvPr>
          <p:cNvSpPr txBox="1"/>
          <p:nvPr/>
        </p:nvSpPr>
        <p:spPr>
          <a:xfrm>
            <a:off x="4815840" y="2539734"/>
            <a:ext cx="647653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5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Entrepreneurship</a:t>
            </a:r>
            <a:endParaRPr lang="ko-KR" altLang="en-US" sz="5400" b="1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DA276-B703-4F27-8D79-ECA08434BD26}"/>
              </a:ext>
            </a:extLst>
          </p:cNvPr>
          <p:cNvSpPr txBox="1"/>
          <p:nvPr/>
        </p:nvSpPr>
        <p:spPr>
          <a:xfrm>
            <a:off x="4815840" y="3499611"/>
            <a:ext cx="6370320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867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Prepared by: Group Three</a:t>
            </a:r>
            <a:endParaRPr lang="ko-KR" altLang="en-US" sz="1867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0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F0809E-98A3-4016-B666-BA40C027AFD5}"/>
              </a:ext>
            </a:extLst>
          </p:cNvPr>
          <p:cNvSpPr txBox="1"/>
          <p:nvPr/>
        </p:nvSpPr>
        <p:spPr>
          <a:xfrm>
            <a:off x="4532611" y="839077"/>
            <a:ext cx="545225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Contents</a:t>
            </a:r>
            <a:endParaRPr lang="ko-KR" altLang="en-US" sz="54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01C37DC7-19F5-4A36-9675-9CA16C07D85C}"/>
              </a:ext>
            </a:extLst>
          </p:cNvPr>
          <p:cNvGrpSpPr/>
          <p:nvPr/>
        </p:nvGrpSpPr>
        <p:grpSpPr>
          <a:xfrm>
            <a:off x="4532611" y="2039789"/>
            <a:ext cx="5048269" cy="769441"/>
            <a:chOff x="4801964" y="769273"/>
            <a:chExt cx="5048269" cy="7694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CDC0D6-44ED-414C-AD28-49C914C0FF5E}"/>
                </a:ext>
              </a:extLst>
            </p:cNvPr>
            <p:cNvSpPr txBox="1"/>
            <p:nvPr/>
          </p:nvSpPr>
          <p:spPr>
            <a:xfrm>
              <a:off x="5885717" y="861605"/>
              <a:ext cx="3964516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Entrepreneurship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428E02-8746-4085-817D-943000EC99B0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74D0B744-303F-4D6E-8242-554AA2C56452}"/>
              </a:ext>
            </a:extLst>
          </p:cNvPr>
          <p:cNvGrpSpPr/>
          <p:nvPr/>
        </p:nvGrpSpPr>
        <p:grpSpPr>
          <a:xfrm>
            <a:off x="4471651" y="2974107"/>
            <a:ext cx="6908080" cy="1569660"/>
            <a:chOff x="4801964" y="699409"/>
            <a:chExt cx="6160319" cy="15696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FCEAF2-37B0-48DD-A5B9-9A7D38261E3B}"/>
                </a:ext>
              </a:extLst>
            </p:cNvPr>
            <p:cNvSpPr txBox="1"/>
            <p:nvPr/>
          </p:nvSpPr>
          <p:spPr>
            <a:xfrm>
              <a:off x="5768407" y="699409"/>
              <a:ext cx="5193876" cy="156966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Characteristics of Successful Entrepreneurs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332410-0C1F-40A6-AAA0-68AA8CAD766E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15" name="Group 29">
            <a:extLst>
              <a:ext uri="{FF2B5EF4-FFF2-40B4-BE49-F238E27FC236}">
                <a16:creationId xmlns:a16="http://schemas.microsoft.com/office/drawing/2014/main" id="{92C8D1E9-57B3-4C9C-BF9E-2A769D7C6C68}"/>
              </a:ext>
            </a:extLst>
          </p:cNvPr>
          <p:cNvGrpSpPr/>
          <p:nvPr/>
        </p:nvGrpSpPr>
        <p:grpSpPr>
          <a:xfrm>
            <a:off x="4532611" y="5094976"/>
            <a:ext cx="6245141" cy="1117258"/>
            <a:chOff x="4801964" y="769273"/>
            <a:chExt cx="5841888" cy="11172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3990D1-CD01-4F67-BD53-DDB8A5C14F66}"/>
                </a:ext>
              </a:extLst>
            </p:cNvPr>
            <p:cNvSpPr txBox="1"/>
            <p:nvPr/>
          </p:nvSpPr>
          <p:spPr>
            <a:xfrm>
              <a:off x="5815738" y="809313"/>
              <a:ext cx="4828114" cy="107721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Start Your Own Business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7FD539-B753-49A4-A8FB-24527E7E63DC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04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2" name="Group 29">
            <a:extLst>
              <a:ext uri="{FF2B5EF4-FFF2-40B4-BE49-F238E27FC236}">
                <a16:creationId xmlns:a16="http://schemas.microsoft.com/office/drawing/2014/main" id="{32797CF4-C30B-063E-D727-603E03666679}"/>
              </a:ext>
            </a:extLst>
          </p:cNvPr>
          <p:cNvGrpSpPr/>
          <p:nvPr/>
        </p:nvGrpSpPr>
        <p:grpSpPr>
          <a:xfrm>
            <a:off x="4532611" y="4148176"/>
            <a:ext cx="5911868" cy="769441"/>
            <a:chOff x="4801964" y="769273"/>
            <a:chExt cx="5911868" cy="7694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ABDA42-EABC-FAE9-B12A-7220879CAF7A}"/>
                </a:ext>
              </a:extLst>
            </p:cNvPr>
            <p:cNvSpPr txBox="1"/>
            <p:nvPr/>
          </p:nvSpPr>
          <p:spPr>
            <a:xfrm>
              <a:off x="5885718" y="861605"/>
              <a:ext cx="4828114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Small Business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605106-600F-0DC6-DE6F-905566987C8C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03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E7DC00F8-B2D6-1D2C-374E-941352149A86}"/>
              </a:ext>
            </a:extLst>
          </p:cNvPr>
          <p:cNvGrpSpPr/>
          <p:nvPr/>
        </p:nvGrpSpPr>
        <p:grpSpPr>
          <a:xfrm>
            <a:off x="5335251" y="3044279"/>
            <a:ext cx="4946669" cy="769441"/>
            <a:chOff x="4801964" y="769273"/>
            <a:chExt cx="4946669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516B65-6BF4-7BD7-154D-C6D5AA9B4FEF}"/>
                </a:ext>
              </a:extLst>
            </p:cNvPr>
            <p:cNvSpPr txBox="1"/>
            <p:nvPr/>
          </p:nvSpPr>
          <p:spPr>
            <a:xfrm>
              <a:off x="5885717" y="861605"/>
              <a:ext cx="3862916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Entrepreneurship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53A9EC-3561-FAF1-5EB0-537371666DD5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01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A4B5-CFEF-6754-91A4-1B86EC4B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216D9D1C-40EE-C62D-7FDF-D029513FA2B5}"/>
              </a:ext>
            </a:extLst>
          </p:cNvPr>
          <p:cNvGrpSpPr/>
          <p:nvPr/>
        </p:nvGrpSpPr>
        <p:grpSpPr>
          <a:xfrm>
            <a:off x="287914" y="4307556"/>
            <a:ext cx="5033849" cy="2568957"/>
            <a:chOff x="2928021" y="5176367"/>
            <a:chExt cx="2660010" cy="1450149"/>
          </a:xfrm>
        </p:grpSpPr>
        <p:sp>
          <p:nvSpPr>
            <p:cNvPr id="30" name="Graphic 19">
              <a:extLst>
                <a:ext uri="{FF2B5EF4-FFF2-40B4-BE49-F238E27FC236}">
                  <a16:creationId xmlns:a16="http://schemas.microsoft.com/office/drawing/2014/main" id="{A8A0F745-1C2A-BD72-C161-3989C09733EA}"/>
                </a:ext>
              </a:extLst>
            </p:cNvPr>
            <p:cNvSpPr/>
            <p:nvPr/>
          </p:nvSpPr>
          <p:spPr>
            <a:xfrm>
              <a:off x="4795790" y="5176367"/>
              <a:ext cx="792218" cy="1449693"/>
            </a:xfrm>
            <a:custGeom>
              <a:avLst/>
              <a:gdLst>
                <a:gd name="connsiteX0" fmla="*/ 0 w 2432097"/>
                <a:gd name="connsiteY0" fmla="*/ 0 h 4450535"/>
                <a:gd name="connsiteX1" fmla="*/ 2432098 w 2432097"/>
                <a:gd name="connsiteY1" fmla="*/ 0 h 4450535"/>
                <a:gd name="connsiteX2" fmla="*/ 2432098 w 2432097"/>
                <a:gd name="connsiteY2" fmla="*/ 4450536 h 4450535"/>
                <a:gd name="connsiteX3" fmla="*/ 0 w 2432097"/>
                <a:gd name="connsiteY3" fmla="*/ 4450536 h 44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2097" h="4450535">
                  <a:moveTo>
                    <a:pt x="0" y="0"/>
                  </a:moveTo>
                  <a:lnTo>
                    <a:pt x="2432098" y="0"/>
                  </a:lnTo>
                  <a:lnTo>
                    <a:pt x="2432098" y="4450536"/>
                  </a:lnTo>
                  <a:lnTo>
                    <a:pt x="0" y="4450536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9">
              <a:extLst>
                <a:ext uri="{FF2B5EF4-FFF2-40B4-BE49-F238E27FC236}">
                  <a16:creationId xmlns:a16="http://schemas.microsoft.com/office/drawing/2014/main" id="{E2DE7BA9-0A5B-E8EE-0662-9123857520A7}"/>
                </a:ext>
              </a:extLst>
            </p:cNvPr>
            <p:cNvSpPr/>
            <p:nvPr/>
          </p:nvSpPr>
          <p:spPr>
            <a:xfrm>
              <a:off x="5159120" y="5176367"/>
              <a:ext cx="428911" cy="1449898"/>
            </a:xfrm>
            <a:custGeom>
              <a:avLst/>
              <a:gdLst>
                <a:gd name="connsiteX0" fmla="*/ 0 w 1316750"/>
                <a:gd name="connsiteY0" fmla="*/ 0 h 4451165"/>
                <a:gd name="connsiteX1" fmla="*/ 1316751 w 1316750"/>
                <a:gd name="connsiteY1" fmla="*/ 0 h 4451165"/>
                <a:gd name="connsiteX2" fmla="*/ 1316751 w 1316750"/>
                <a:gd name="connsiteY2" fmla="*/ 4451166 h 4451165"/>
                <a:gd name="connsiteX3" fmla="*/ 0 w 1316750"/>
                <a:gd name="connsiteY3" fmla="*/ 4451166 h 445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6750" h="4451165">
                  <a:moveTo>
                    <a:pt x="0" y="0"/>
                  </a:moveTo>
                  <a:lnTo>
                    <a:pt x="1316751" y="0"/>
                  </a:lnTo>
                  <a:lnTo>
                    <a:pt x="1316751" y="4451166"/>
                  </a:lnTo>
                  <a:lnTo>
                    <a:pt x="0" y="4451166"/>
                  </a:lnTo>
                  <a:close/>
                </a:path>
              </a:pathLst>
            </a:custGeom>
            <a:solidFill>
              <a:srgbClr val="2E6E7A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9">
              <a:extLst>
                <a:ext uri="{FF2B5EF4-FFF2-40B4-BE49-F238E27FC236}">
                  <a16:creationId xmlns:a16="http://schemas.microsoft.com/office/drawing/2014/main" id="{2E8496BD-CCCA-103B-6E25-D2467BA0948A}"/>
                </a:ext>
              </a:extLst>
            </p:cNvPr>
            <p:cNvSpPr/>
            <p:nvPr/>
          </p:nvSpPr>
          <p:spPr>
            <a:xfrm>
              <a:off x="4194749" y="5463052"/>
              <a:ext cx="758048" cy="1163281"/>
            </a:xfrm>
            <a:custGeom>
              <a:avLst/>
              <a:gdLst>
                <a:gd name="connsiteX0" fmla="*/ 0 w 2327194"/>
                <a:gd name="connsiteY0" fmla="*/ 0 h 3571254"/>
                <a:gd name="connsiteX1" fmla="*/ 2327194 w 2327194"/>
                <a:gd name="connsiteY1" fmla="*/ 0 h 3571254"/>
                <a:gd name="connsiteX2" fmla="*/ 2327194 w 2327194"/>
                <a:gd name="connsiteY2" fmla="*/ 3571255 h 3571254"/>
                <a:gd name="connsiteX3" fmla="*/ 0 w 2327194"/>
                <a:gd name="connsiteY3" fmla="*/ 3571255 h 3571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7194" h="3571254">
                  <a:moveTo>
                    <a:pt x="0" y="0"/>
                  </a:moveTo>
                  <a:lnTo>
                    <a:pt x="2327194" y="0"/>
                  </a:lnTo>
                  <a:lnTo>
                    <a:pt x="2327194" y="3571255"/>
                  </a:lnTo>
                  <a:lnTo>
                    <a:pt x="0" y="3571255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9">
              <a:extLst>
                <a:ext uri="{FF2B5EF4-FFF2-40B4-BE49-F238E27FC236}">
                  <a16:creationId xmlns:a16="http://schemas.microsoft.com/office/drawing/2014/main" id="{B00E2583-9F6F-4A9E-290F-7BC1ABA46BDE}"/>
                </a:ext>
              </a:extLst>
            </p:cNvPr>
            <p:cNvSpPr/>
            <p:nvPr/>
          </p:nvSpPr>
          <p:spPr>
            <a:xfrm>
              <a:off x="4542385" y="5463052"/>
              <a:ext cx="410389" cy="1163463"/>
            </a:xfrm>
            <a:custGeom>
              <a:avLst/>
              <a:gdLst>
                <a:gd name="connsiteX0" fmla="*/ 0 w 1259886"/>
                <a:gd name="connsiteY0" fmla="*/ 0 h 3571814"/>
                <a:gd name="connsiteX1" fmla="*/ 1259887 w 1259886"/>
                <a:gd name="connsiteY1" fmla="*/ 0 h 3571814"/>
                <a:gd name="connsiteX2" fmla="*/ 1259887 w 1259886"/>
                <a:gd name="connsiteY2" fmla="*/ 3571815 h 3571814"/>
                <a:gd name="connsiteX3" fmla="*/ 0 w 1259886"/>
                <a:gd name="connsiteY3" fmla="*/ 3571815 h 357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9886" h="3571814">
                  <a:moveTo>
                    <a:pt x="0" y="0"/>
                  </a:moveTo>
                  <a:lnTo>
                    <a:pt x="1259887" y="0"/>
                  </a:lnTo>
                  <a:lnTo>
                    <a:pt x="1259887" y="3571815"/>
                  </a:lnTo>
                  <a:lnTo>
                    <a:pt x="0" y="3571815"/>
                  </a:lnTo>
                  <a:close/>
                </a:path>
              </a:pathLst>
            </a:custGeom>
            <a:solidFill>
              <a:srgbClr val="2E6E7A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9">
              <a:extLst>
                <a:ext uri="{FF2B5EF4-FFF2-40B4-BE49-F238E27FC236}">
                  <a16:creationId xmlns:a16="http://schemas.microsoft.com/office/drawing/2014/main" id="{A29AA251-1965-6084-3A5D-07AE97FBA020}"/>
                </a:ext>
              </a:extLst>
            </p:cNvPr>
            <p:cNvSpPr/>
            <p:nvPr/>
          </p:nvSpPr>
          <p:spPr>
            <a:xfrm>
              <a:off x="3555956" y="5709089"/>
              <a:ext cx="758048" cy="917289"/>
            </a:xfrm>
            <a:custGeom>
              <a:avLst/>
              <a:gdLst>
                <a:gd name="connsiteX0" fmla="*/ 0 w 2327194"/>
                <a:gd name="connsiteY0" fmla="*/ 0 h 2816064"/>
                <a:gd name="connsiteX1" fmla="*/ 2327194 w 2327194"/>
                <a:gd name="connsiteY1" fmla="*/ 0 h 2816064"/>
                <a:gd name="connsiteX2" fmla="*/ 2327194 w 2327194"/>
                <a:gd name="connsiteY2" fmla="*/ 2816065 h 2816064"/>
                <a:gd name="connsiteX3" fmla="*/ 0 w 2327194"/>
                <a:gd name="connsiteY3" fmla="*/ 2816065 h 281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7194" h="2816064">
                  <a:moveTo>
                    <a:pt x="0" y="0"/>
                  </a:moveTo>
                  <a:lnTo>
                    <a:pt x="2327194" y="0"/>
                  </a:lnTo>
                  <a:lnTo>
                    <a:pt x="2327194" y="2816065"/>
                  </a:lnTo>
                  <a:lnTo>
                    <a:pt x="0" y="2816065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Graphic 19">
              <a:extLst>
                <a:ext uri="{FF2B5EF4-FFF2-40B4-BE49-F238E27FC236}">
                  <a16:creationId xmlns:a16="http://schemas.microsoft.com/office/drawing/2014/main" id="{519ECF42-E1E4-9E9C-746C-4A96F12F0EF4}"/>
                </a:ext>
              </a:extLst>
            </p:cNvPr>
            <p:cNvSpPr/>
            <p:nvPr/>
          </p:nvSpPr>
          <p:spPr>
            <a:xfrm>
              <a:off x="3903592" y="5709089"/>
              <a:ext cx="410389" cy="917427"/>
            </a:xfrm>
            <a:custGeom>
              <a:avLst/>
              <a:gdLst>
                <a:gd name="connsiteX0" fmla="*/ 0 w 1259886"/>
                <a:gd name="connsiteY0" fmla="*/ 0 h 2816485"/>
                <a:gd name="connsiteX1" fmla="*/ 1259887 w 1259886"/>
                <a:gd name="connsiteY1" fmla="*/ 0 h 2816485"/>
                <a:gd name="connsiteX2" fmla="*/ 1259887 w 1259886"/>
                <a:gd name="connsiteY2" fmla="*/ 2816485 h 2816485"/>
                <a:gd name="connsiteX3" fmla="*/ 1 w 1259886"/>
                <a:gd name="connsiteY3" fmla="*/ 2816485 h 281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9886" h="2816485">
                  <a:moveTo>
                    <a:pt x="0" y="0"/>
                  </a:moveTo>
                  <a:lnTo>
                    <a:pt x="1259887" y="0"/>
                  </a:lnTo>
                  <a:lnTo>
                    <a:pt x="1259887" y="2816485"/>
                  </a:lnTo>
                  <a:lnTo>
                    <a:pt x="1" y="2816485"/>
                  </a:lnTo>
                  <a:close/>
                </a:path>
              </a:pathLst>
            </a:custGeom>
            <a:solidFill>
              <a:srgbClr val="2E6E7A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19">
              <a:extLst>
                <a:ext uri="{FF2B5EF4-FFF2-40B4-BE49-F238E27FC236}">
                  <a16:creationId xmlns:a16="http://schemas.microsoft.com/office/drawing/2014/main" id="{CC786871-9A4C-17D5-1652-6586C21DA6D6}"/>
                </a:ext>
              </a:extLst>
            </p:cNvPr>
            <p:cNvSpPr/>
            <p:nvPr/>
          </p:nvSpPr>
          <p:spPr>
            <a:xfrm>
              <a:off x="2928021" y="5954670"/>
              <a:ext cx="758048" cy="671732"/>
            </a:xfrm>
            <a:custGeom>
              <a:avLst/>
              <a:gdLst>
                <a:gd name="connsiteX0" fmla="*/ 0 w 2327194"/>
                <a:gd name="connsiteY0" fmla="*/ 0 h 2062205"/>
                <a:gd name="connsiteX1" fmla="*/ 2327195 w 2327194"/>
                <a:gd name="connsiteY1" fmla="*/ 0 h 2062205"/>
                <a:gd name="connsiteX2" fmla="*/ 2327195 w 2327194"/>
                <a:gd name="connsiteY2" fmla="*/ 2062206 h 2062205"/>
                <a:gd name="connsiteX3" fmla="*/ 0 w 2327194"/>
                <a:gd name="connsiteY3" fmla="*/ 2062206 h 2062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7194" h="2062205">
                  <a:moveTo>
                    <a:pt x="0" y="0"/>
                  </a:moveTo>
                  <a:lnTo>
                    <a:pt x="2327195" y="0"/>
                  </a:lnTo>
                  <a:lnTo>
                    <a:pt x="2327195" y="2062206"/>
                  </a:lnTo>
                  <a:lnTo>
                    <a:pt x="0" y="2062206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Graphic 19">
              <a:extLst>
                <a:ext uri="{FF2B5EF4-FFF2-40B4-BE49-F238E27FC236}">
                  <a16:creationId xmlns:a16="http://schemas.microsoft.com/office/drawing/2014/main" id="{062F72B7-8560-B2DD-E463-4A39762AE78D}"/>
                </a:ext>
              </a:extLst>
            </p:cNvPr>
            <p:cNvSpPr/>
            <p:nvPr/>
          </p:nvSpPr>
          <p:spPr>
            <a:xfrm>
              <a:off x="3275657" y="5954670"/>
              <a:ext cx="410389" cy="671846"/>
            </a:xfrm>
            <a:custGeom>
              <a:avLst/>
              <a:gdLst>
                <a:gd name="connsiteX0" fmla="*/ 0 w 1259886"/>
                <a:gd name="connsiteY0" fmla="*/ 0 h 2062555"/>
                <a:gd name="connsiteX1" fmla="*/ 1259886 w 1259886"/>
                <a:gd name="connsiteY1" fmla="*/ 0 h 2062555"/>
                <a:gd name="connsiteX2" fmla="*/ 1259886 w 1259886"/>
                <a:gd name="connsiteY2" fmla="*/ 2062556 h 2062555"/>
                <a:gd name="connsiteX3" fmla="*/ 0 w 1259886"/>
                <a:gd name="connsiteY3" fmla="*/ 2062556 h 206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9886" h="2062555">
                  <a:moveTo>
                    <a:pt x="0" y="0"/>
                  </a:moveTo>
                  <a:lnTo>
                    <a:pt x="1259886" y="0"/>
                  </a:lnTo>
                  <a:lnTo>
                    <a:pt x="1259886" y="2062556"/>
                  </a:lnTo>
                  <a:lnTo>
                    <a:pt x="0" y="2062556"/>
                  </a:lnTo>
                  <a:close/>
                </a:path>
              </a:pathLst>
            </a:custGeom>
            <a:solidFill>
              <a:srgbClr val="2E6E7A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AC6C70-1561-CA1C-FDE0-7C4ED4DD1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Entrepreneurship</a:t>
            </a:r>
            <a:endParaRPr lang="ko-KR" altLang="en-US" sz="5400" b="1" dirty="0">
              <a:solidFill>
                <a:schemeClr val="accent6">
                  <a:lumMod val="20000"/>
                  <a:lumOff val="80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3F57262C-09DE-351E-79E8-4D97320F9A14}"/>
              </a:ext>
            </a:extLst>
          </p:cNvPr>
          <p:cNvSpPr/>
          <p:nvPr/>
        </p:nvSpPr>
        <p:spPr>
          <a:xfrm>
            <a:off x="0" y="3060425"/>
            <a:ext cx="5418857" cy="3124506"/>
          </a:xfrm>
          <a:custGeom>
            <a:avLst/>
            <a:gdLst>
              <a:gd name="connsiteX0" fmla="*/ 6992040 w 6992103"/>
              <a:gd name="connsiteY0" fmla="*/ 5540 h 4031638"/>
              <a:gd name="connsiteX1" fmla="*/ 6241799 w 6992103"/>
              <a:gd name="connsiteY1" fmla="*/ 1429482 h 4031638"/>
              <a:gd name="connsiteX2" fmla="*/ 6228681 w 6992103"/>
              <a:gd name="connsiteY2" fmla="*/ 1452215 h 4031638"/>
              <a:gd name="connsiteX3" fmla="*/ 6078595 w 6992103"/>
              <a:gd name="connsiteY3" fmla="*/ 806213 h 4031638"/>
              <a:gd name="connsiteX4" fmla="*/ 2114072 w 6992103"/>
              <a:gd name="connsiteY4" fmla="*/ 3397480 h 4031638"/>
              <a:gd name="connsiteX5" fmla="*/ 2062176 w 6992103"/>
              <a:gd name="connsiteY5" fmla="*/ 3399709 h 4031638"/>
              <a:gd name="connsiteX6" fmla="*/ 1147776 w 6992103"/>
              <a:gd name="connsiteY6" fmla="*/ 2930474 h 4031638"/>
              <a:gd name="connsiteX7" fmla="*/ 1096834 w 6992103"/>
              <a:gd name="connsiteY7" fmla="*/ 2937606 h 4031638"/>
              <a:gd name="connsiteX8" fmla="*/ 9615 w 6992103"/>
              <a:gd name="connsiteY8" fmla="*/ 4031638 h 4031638"/>
              <a:gd name="connsiteX9" fmla="*/ 0 w 6992103"/>
              <a:gd name="connsiteY9" fmla="*/ 4023105 h 4031638"/>
              <a:gd name="connsiteX10" fmla="*/ 1134149 w 6992103"/>
              <a:gd name="connsiteY10" fmla="*/ 2627627 h 4031638"/>
              <a:gd name="connsiteX11" fmla="*/ 1172864 w 6992103"/>
              <a:gd name="connsiteY11" fmla="*/ 2620686 h 4031638"/>
              <a:gd name="connsiteX12" fmla="*/ 1991685 w 6992103"/>
              <a:gd name="connsiteY12" fmla="*/ 3053370 h 4031638"/>
              <a:gd name="connsiteX13" fmla="*/ 2086309 w 6992103"/>
              <a:gd name="connsiteY13" fmla="*/ 3048531 h 4031638"/>
              <a:gd name="connsiteX14" fmla="*/ 5848530 w 6992103"/>
              <a:gd name="connsiteY14" fmla="*/ 473438 h 4031638"/>
              <a:gd name="connsiteX15" fmla="*/ 5264231 w 6992103"/>
              <a:gd name="connsiteY15" fmla="*/ 258273 h 4031638"/>
              <a:gd name="connsiteX16" fmla="*/ 5264550 w 6992103"/>
              <a:gd name="connsiteY16" fmla="*/ 253752 h 4031638"/>
              <a:gd name="connsiteX17" fmla="*/ 6992104 w 6992103"/>
              <a:gd name="connsiteY17" fmla="*/ 0 h 4031638"/>
              <a:gd name="connsiteX18" fmla="*/ 6992040 w 6992103"/>
              <a:gd name="connsiteY18" fmla="*/ 5540 h 403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992103" h="4031638">
                <a:moveTo>
                  <a:pt x="6992040" y="5540"/>
                </a:moveTo>
                <a:cubicBezTo>
                  <a:pt x="6955616" y="63740"/>
                  <a:pt x="6459319" y="1015073"/>
                  <a:pt x="6241799" y="1429482"/>
                </a:cubicBezTo>
                <a:cubicBezTo>
                  <a:pt x="6238488" y="1435786"/>
                  <a:pt x="6234667" y="1441835"/>
                  <a:pt x="6228681" y="1452215"/>
                </a:cubicBezTo>
                <a:cubicBezTo>
                  <a:pt x="6178249" y="1235077"/>
                  <a:pt x="6128836" y="1022396"/>
                  <a:pt x="6078595" y="806213"/>
                </a:cubicBezTo>
                <a:cubicBezTo>
                  <a:pt x="6020585" y="843973"/>
                  <a:pt x="2270017" y="3294387"/>
                  <a:pt x="2114072" y="3397480"/>
                </a:cubicBezTo>
                <a:cubicBezTo>
                  <a:pt x="2095415" y="3409833"/>
                  <a:pt x="2081661" y="3409706"/>
                  <a:pt x="2062176" y="3399709"/>
                </a:cubicBezTo>
                <a:cubicBezTo>
                  <a:pt x="1757546" y="3243000"/>
                  <a:pt x="1452342" y="3087310"/>
                  <a:pt x="1147776" y="2930474"/>
                </a:cubicBezTo>
                <a:cubicBezTo>
                  <a:pt x="1126571" y="2919521"/>
                  <a:pt x="1114600" y="2919840"/>
                  <a:pt x="1096834" y="2937606"/>
                </a:cubicBezTo>
                <a:cubicBezTo>
                  <a:pt x="756163" y="3278913"/>
                  <a:pt x="30820" y="4007696"/>
                  <a:pt x="9615" y="4031638"/>
                </a:cubicBezTo>
                <a:cubicBezTo>
                  <a:pt x="6431" y="4028772"/>
                  <a:pt x="3184" y="4025971"/>
                  <a:pt x="0" y="4023105"/>
                </a:cubicBezTo>
                <a:cubicBezTo>
                  <a:pt x="9042" y="4011453"/>
                  <a:pt x="765460" y="3081452"/>
                  <a:pt x="1134149" y="2627627"/>
                </a:cubicBezTo>
                <a:cubicBezTo>
                  <a:pt x="1147075" y="2611644"/>
                  <a:pt x="1156499" y="2612026"/>
                  <a:pt x="1172864" y="2620686"/>
                </a:cubicBezTo>
                <a:cubicBezTo>
                  <a:pt x="1445784" y="2764914"/>
                  <a:pt x="1719403" y="2907869"/>
                  <a:pt x="1991685" y="3053370"/>
                </a:cubicBezTo>
                <a:cubicBezTo>
                  <a:pt x="2027790" y="3072664"/>
                  <a:pt x="2051669" y="3072473"/>
                  <a:pt x="2086309" y="3048531"/>
                </a:cubicBezTo>
                <a:cubicBezTo>
                  <a:pt x="2421823" y="2816747"/>
                  <a:pt x="5838597" y="480760"/>
                  <a:pt x="5848530" y="473438"/>
                </a:cubicBezTo>
                <a:cubicBezTo>
                  <a:pt x="5651514" y="400910"/>
                  <a:pt x="5457873" y="329591"/>
                  <a:pt x="5264231" y="258273"/>
                </a:cubicBezTo>
                <a:cubicBezTo>
                  <a:pt x="5264359" y="256745"/>
                  <a:pt x="5264422" y="255281"/>
                  <a:pt x="5264550" y="253752"/>
                </a:cubicBezTo>
                <a:cubicBezTo>
                  <a:pt x="5341662" y="242481"/>
                  <a:pt x="6935176" y="8851"/>
                  <a:pt x="6992104" y="0"/>
                </a:cubicBezTo>
                <a:cubicBezTo>
                  <a:pt x="6992040" y="1910"/>
                  <a:pt x="6992040" y="3693"/>
                  <a:pt x="6992040" y="5540"/>
                </a:cubicBezTo>
                <a:close/>
              </a:path>
            </a:pathLst>
          </a:custGeom>
          <a:solidFill>
            <a:srgbClr val="6ECB66"/>
          </a:solidFill>
          <a:ln w="6367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0335E2A-8ADE-DB2F-F422-348B9254EE47}"/>
              </a:ext>
            </a:extLst>
          </p:cNvPr>
          <p:cNvGrpSpPr/>
          <p:nvPr/>
        </p:nvGrpSpPr>
        <p:grpSpPr>
          <a:xfrm>
            <a:off x="1221937" y="1284248"/>
            <a:ext cx="2210082" cy="3682103"/>
            <a:chOff x="1363370" y="1593440"/>
            <a:chExt cx="2402231" cy="4002233"/>
          </a:xfrm>
        </p:grpSpPr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61C93406-3FD6-9AB2-DF8F-EBF4F391A841}"/>
                </a:ext>
              </a:extLst>
            </p:cNvPr>
            <p:cNvSpPr/>
            <p:nvPr/>
          </p:nvSpPr>
          <p:spPr>
            <a:xfrm>
              <a:off x="1582434" y="1819262"/>
              <a:ext cx="670068" cy="893995"/>
            </a:xfrm>
            <a:custGeom>
              <a:avLst/>
              <a:gdLst>
                <a:gd name="connsiteX0" fmla="*/ 599964 w 864607"/>
                <a:gd name="connsiteY0" fmla="*/ 1103711 h 1153547"/>
                <a:gd name="connsiteX1" fmla="*/ 544629 w 864607"/>
                <a:gd name="connsiteY1" fmla="*/ 1139689 h 1153547"/>
                <a:gd name="connsiteX2" fmla="*/ 506296 w 864607"/>
                <a:gd name="connsiteY2" fmla="*/ 1125744 h 1153547"/>
                <a:gd name="connsiteX3" fmla="*/ 497062 w 864607"/>
                <a:gd name="connsiteY3" fmla="*/ 1116001 h 1153547"/>
                <a:gd name="connsiteX4" fmla="*/ 440454 w 864607"/>
                <a:gd name="connsiteY4" fmla="*/ 1094860 h 1153547"/>
                <a:gd name="connsiteX5" fmla="*/ 296671 w 864607"/>
                <a:gd name="connsiteY5" fmla="*/ 1147521 h 1153547"/>
                <a:gd name="connsiteX6" fmla="*/ 257255 w 864607"/>
                <a:gd name="connsiteY6" fmla="*/ 1129883 h 1153547"/>
                <a:gd name="connsiteX7" fmla="*/ 182435 w 864607"/>
                <a:gd name="connsiteY7" fmla="*/ 927199 h 1153547"/>
                <a:gd name="connsiteX8" fmla="*/ 147859 w 864607"/>
                <a:gd name="connsiteY8" fmla="*/ 853270 h 1153547"/>
                <a:gd name="connsiteX9" fmla="*/ 64951 w 864607"/>
                <a:gd name="connsiteY9" fmla="*/ 856072 h 1153547"/>
                <a:gd name="connsiteX10" fmla="*/ 23434 w 864607"/>
                <a:gd name="connsiteY10" fmla="*/ 817675 h 1153547"/>
                <a:gd name="connsiteX11" fmla="*/ 1020 w 864607"/>
                <a:gd name="connsiteY11" fmla="*/ 734067 h 1153547"/>
                <a:gd name="connsiteX12" fmla="*/ 89403 w 864607"/>
                <a:gd name="connsiteY12" fmla="*/ 711780 h 1153547"/>
                <a:gd name="connsiteX13" fmla="*/ 132640 w 864607"/>
                <a:gd name="connsiteY13" fmla="*/ 754444 h 1153547"/>
                <a:gd name="connsiteX14" fmla="*/ 164224 w 864607"/>
                <a:gd name="connsiteY14" fmla="*/ 752215 h 1153547"/>
                <a:gd name="connsiteX15" fmla="*/ 157410 w 864607"/>
                <a:gd name="connsiteY15" fmla="*/ 716365 h 1153547"/>
                <a:gd name="connsiteX16" fmla="*/ 96216 w 864607"/>
                <a:gd name="connsiteY16" fmla="*/ 560229 h 1153547"/>
                <a:gd name="connsiteX17" fmla="*/ 30056 w 864607"/>
                <a:gd name="connsiteY17" fmla="*/ 391294 h 1153547"/>
                <a:gd name="connsiteX18" fmla="*/ 71383 w 864607"/>
                <a:gd name="connsiteY18" fmla="*/ 267443 h 1153547"/>
                <a:gd name="connsiteX19" fmla="*/ 364296 w 864607"/>
                <a:gd name="connsiteY19" fmla="*/ 127354 h 1153547"/>
                <a:gd name="connsiteX20" fmla="*/ 510753 w 864607"/>
                <a:gd name="connsiteY20" fmla="*/ 0 h 1153547"/>
                <a:gd name="connsiteX21" fmla="*/ 617667 w 864607"/>
                <a:gd name="connsiteY21" fmla="*/ 229046 h 1153547"/>
                <a:gd name="connsiteX22" fmla="*/ 704904 w 864607"/>
                <a:gd name="connsiteY22" fmla="*/ 482862 h 1153547"/>
                <a:gd name="connsiteX23" fmla="*/ 861167 w 864607"/>
                <a:gd name="connsiteY23" fmla="*/ 906759 h 1153547"/>
                <a:gd name="connsiteX24" fmla="*/ 843019 w 864607"/>
                <a:gd name="connsiteY24" fmla="*/ 946812 h 1153547"/>
                <a:gd name="connsiteX25" fmla="*/ 614101 w 864607"/>
                <a:gd name="connsiteY25" fmla="*/ 1030610 h 1153547"/>
                <a:gd name="connsiteX26" fmla="*/ 590859 w 864607"/>
                <a:gd name="connsiteY26" fmla="*/ 1080788 h 1153547"/>
                <a:gd name="connsiteX27" fmla="*/ 599964 w 864607"/>
                <a:gd name="connsiteY27" fmla="*/ 1103711 h 115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64607" h="1153547">
                  <a:moveTo>
                    <a:pt x="599964" y="1103711"/>
                  </a:moveTo>
                  <a:cubicBezTo>
                    <a:pt x="600028" y="1162167"/>
                    <a:pt x="600092" y="1162039"/>
                    <a:pt x="544629" y="1139689"/>
                  </a:cubicBezTo>
                  <a:cubicBezTo>
                    <a:pt x="532021" y="1134595"/>
                    <a:pt x="519095" y="1130392"/>
                    <a:pt x="506296" y="1125744"/>
                  </a:cubicBezTo>
                  <a:cubicBezTo>
                    <a:pt x="503175" y="1122496"/>
                    <a:pt x="499227" y="1119758"/>
                    <a:pt x="497062" y="1116001"/>
                  </a:cubicBezTo>
                  <a:cubicBezTo>
                    <a:pt x="477132" y="1080533"/>
                    <a:pt x="477386" y="1080979"/>
                    <a:pt x="440454" y="1094860"/>
                  </a:cubicBezTo>
                  <a:cubicBezTo>
                    <a:pt x="392632" y="1112817"/>
                    <a:pt x="344365" y="1129373"/>
                    <a:pt x="296671" y="1147521"/>
                  </a:cubicBezTo>
                  <a:cubicBezTo>
                    <a:pt x="276422" y="1155226"/>
                    <a:pt x="265088" y="1151915"/>
                    <a:pt x="257255" y="1129883"/>
                  </a:cubicBezTo>
                  <a:cubicBezTo>
                    <a:pt x="233249" y="1062003"/>
                    <a:pt x="207460" y="994760"/>
                    <a:pt x="182435" y="927199"/>
                  </a:cubicBezTo>
                  <a:cubicBezTo>
                    <a:pt x="178041" y="915292"/>
                    <a:pt x="166962" y="891476"/>
                    <a:pt x="147859" y="853270"/>
                  </a:cubicBezTo>
                  <a:cubicBezTo>
                    <a:pt x="135123" y="866006"/>
                    <a:pt x="77814" y="872373"/>
                    <a:pt x="64951" y="856072"/>
                  </a:cubicBezTo>
                  <a:cubicBezTo>
                    <a:pt x="51006" y="843337"/>
                    <a:pt x="36042" y="831620"/>
                    <a:pt x="23434" y="817675"/>
                  </a:cubicBezTo>
                  <a:cubicBezTo>
                    <a:pt x="2038" y="793987"/>
                    <a:pt x="-2355" y="764887"/>
                    <a:pt x="1020" y="734067"/>
                  </a:cubicBezTo>
                  <a:cubicBezTo>
                    <a:pt x="20186" y="708342"/>
                    <a:pt x="57692" y="698790"/>
                    <a:pt x="89403" y="711780"/>
                  </a:cubicBezTo>
                  <a:cubicBezTo>
                    <a:pt x="103030" y="717384"/>
                    <a:pt x="121687" y="744510"/>
                    <a:pt x="132640" y="754444"/>
                  </a:cubicBezTo>
                  <a:cubicBezTo>
                    <a:pt x="139835" y="761002"/>
                    <a:pt x="153080" y="759665"/>
                    <a:pt x="164224" y="752215"/>
                  </a:cubicBezTo>
                  <a:cubicBezTo>
                    <a:pt x="177086" y="743682"/>
                    <a:pt x="161103" y="725789"/>
                    <a:pt x="157410" y="716365"/>
                  </a:cubicBezTo>
                  <a:cubicBezTo>
                    <a:pt x="137033" y="664277"/>
                    <a:pt x="116211" y="612444"/>
                    <a:pt x="96216" y="560229"/>
                  </a:cubicBezTo>
                  <a:cubicBezTo>
                    <a:pt x="74630" y="503748"/>
                    <a:pt x="50242" y="448349"/>
                    <a:pt x="30056" y="391294"/>
                  </a:cubicBezTo>
                  <a:cubicBezTo>
                    <a:pt x="15156" y="349077"/>
                    <a:pt x="20441" y="286546"/>
                    <a:pt x="71383" y="267443"/>
                  </a:cubicBezTo>
                  <a:cubicBezTo>
                    <a:pt x="155563" y="235859"/>
                    <a:pt x="288330" y="176385"/>
                    <a:pt x="364296" y="127354"/>
                  </a:cubicBezTo>
                  <a:cubicBezTo>
                    <a:pt x="415238" y="101883"/>
                    <a:pt x="478915" y="50942"/>
                    <a:pt x="510753" y="0"/>
                  </a:cubicBezTo>
                  <a:cubicBezTo>
                    <a:pt x="529856" y="50942"/>
                    <a:pt x="593533" y="184663"/>
                    <a:pt x="617667" y="229046"/>
                  </a:cubicBezTo>
                  <a:cubicBezTo>
                    <a:pt x="639126" y="316283"/>
                    <a:pt x="674275" y="398808"/>
                    <a:pt x="704904" y="482862"/>
                  </a:cubicBezTo>
                  <a:cubicBezTo>
                    <a:pt x="756482" y="624352"/>
                    <a:pt x="809206" y="765460"/>
                    <a:pt x="861167" y="906759"/>
                  </a:cubicBezTo>
                  <a:cubicBezTo>
                    <a:pt x="867980" y="925225"/>
                    <a:pt x="866006" y="938788"/>
                    <a:pt x="843019" y="946812"/>
                  </a:cubicBezTo>
                  <a:cubicBezTo>
                    <a:pt x="766288" y="973619"/>
                    <a:pt x="690322" y="1002465"/>
                    <a:pt x="614101" y="1030610"/>
                  </a:cubicBezTo>
                  <a:cubicBezTo>
                    <a:pt x="573793" y="1045511"/>
                    <a:pt x="574430" y="1040162"/>
                    <a:pt x="590859" y="1080788"/>
                  </a:cubicBezTo>
                  <a:cubicBezTo>
                    <a:pt x="593979" y="1088429"/>
                    <a:pt x="596908" y="1096070"/>
                    <a:pt x="599964" y="1103711"/>
                  </a:cubicBezTo>
                  <a:close/>
                </a:path>
              </a:pathLst>
            </a:custGeom>
            <a:solidFill>
              <a:srgbClr val="FEC8B2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2E160E72-A652-A5D5-B583-26BCD773CD9D}"/>
                </a:ext>
              </a:extLst>
            </p:cNvPr>
            <p:cNvSpPr/>
            <p:nvPr/>
          </p:nvSpPr>
          <p:spPr>
            <a:xfrm rot="20516841">
              <a:off x="1776422" y="2183865"/>
              <a:ext cx="62774" cy="111829"/>
            </a:xfrm>
            <a:custGeom>
              <a:avLst/>
              <a:gdLst>
                <a:gd name="connsiteX0" fmla="*/ 80999 w 80999"/>
                <a:gd name="connsiteY0" fmla="*/ 72148 h 144296"/>
                <a:gd name="connsiteX1" fmla="*/ 40500 w 80999"/>
                <a:gd name="connsiteY1" fmla="*/ 144296 h 144296"/>
                <a:gd name="connsiteX2" fmla="*/ 0 w 80999"/>
                <a:gd name="connsiteY2" fmla="*/ 72148 h 144296"/>
                <a:gd name="connsiteX3" fmla="*/ 40500 w 80999"/>
                <a:gd name="connsiteY3" fmla="*/ 0 h 144296"/>
                <a:gd name="connsiteX4" fmla="*/ 80999 w 80999"/>
                <a:gd name="connsiteY4" fmla="*/ 72148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99" h="144296">
                  <a:moveTo>
                    <a:pt x="80999" y="72148"/>
                  </a:moveTo>
                  <a:cubicBezTo>
                    <a:pt x="80999" y="111994"/>
                    <a:pt x="62867" y="144296"/>
                    <a:pt x="40500" y="144296"/>
                  </a:cubicBezTo>
                  <a:cubicBezTo>
                    <a:pt x="18132" y="144296"/>
                    <a:pt x="0" y="111994"/>
                    <a:pt x="0" y="72148"/>
                  </a:cubicBezTo>
                  <a:cubicBezTo>
                    <a:pt x="0" y="32302"/>
                    <a:pt x="18132" y="0"/>
                    <a:pt x="40500" y="0"/>
                  </a:cubicBezTo>
                  <a:cubicBezTo>
                    <a:pt x="62867" y="0"/>
                    <a:pt x="80999" y="32302"/>
                    <a:pt x="80999" y="72148"/>
                  </a:cubicBezTo>
                  <a:close/>
                </a:path>
              </a:pathLst>
            </a:custGeom>
            <a:solidFill>
              <a:srgbClr val="522723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B8CB55DD-5BD9-C3DE-133F-AD96619905BF}"/>
                </a:ext>
              </a:extLst>
            </p:cNvPr>
            <p:cNvSpPr/>
            <p:nvPr/>
          </p:nvSpPr>
          <p:spPr>
            <a:xfrm rot="20516841">
              <a:off x="1995047" y="2105610"/>
              <a:ext cx="62774" cy="111829"/>
            </a:xfrm>
            <a:custGeom>
              <a:avLst/>
              <a:gdLst>
                <a:gd name="connsiteX0" fmla="*/ 80999 w 80999"/>
                <a:gd name="connsiteY0" fmla="*/ 72148 h 144296"/>
                <a:gd name="connsiteX1" fmla="*/ 40500 w 80999"/>
                <a:gd name="connsiteY1" fmla="*/ 144296 h 144296"/>
                <a:gd name="connsiteX2" fmla="*/ 0 w 80999"/>
                <a:gd name="connsiteY2" fmla="*/ 72148 h 144296"/>
                <a:gd name="connsiteX3" fmla="*/ 40500 w 80999"/>
                <a:gd name="connsiteY3" fmla="*/ 0 h 144296"/>
                <a:gd name="connsiteX4" fmla="*/ 80999 w 80999"/>
                <a:gd name="connsiteY4" fmla="*/ 72148 h 14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999" h="144296">
                  <a:moveTo>
                    <a:pt x="80999" y="72148"/>
                  </a:moveTo>
                  <a:cubicBezTo>
                    <a:pt x="80999" y="111994"/>
                    <a:pt x="62867" y="144296"/>
                    <a:pt x="40500" y="144296"/>
                  </a:cubicBezTo>
                  <a:cubicBezTo>
                    <a:pt x="18132" y="144296"/>
                    <a:pt x="0" y="111994"/>
                    <a:pt x="0" y="72148"/>
                  </a:cubicBezTo>
                  <a:cubicBezTo>
                    <a:pt x="0" y="32302"/>
                    <a:pt x="18133" y="0"/>
                    <a:pt x="40500" y="0"/>
                  </a:cubicBezTo>
                  <a:cubicBezTo>
                    <a:pt x="62867" y="0"/>
                    <a:pt x="80999" y="32302"/>
                    <a:pt x="80999" y="72148"/>
                  </a:cubicBezTo>
                  <a:close/>
                </a:path>
              </a:pathLst>
            </a:custGeom>
            <a:solidFill>
              <a:srgbClr val="522723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41DB1F2-6FFD-838A-D30C-1909D71E9255}"/>
                </a:ext>
              </a:extLst>
            </p:cNvPr>
            <p:cNvSpPr/>
            <p:nvPr/>
          </p:nvSpPr>
          <p:spPr>
            <a:xfrm>
              <a:off x="1363370" y="2674635"/>
              <a:ext cx="1569037" cy="1420600"/>
            </a:xfrm>
            <a:custGeom>
              <a:avLst/>
              <a:gdLst>
                <a:gd name="connsiteX0" fmla="*/ 882628 w 2024573"/>
                <a:gd name="connsiteY0" fmla="*/ 0 h 1833040"/>
                <a:gd name="connsiteX1" fmla="*/ 936626 w 2024573"/>
                <a:gd name="connsiteY1" fmla="*/ 26235 h 1833040"/>
                <a:gd name="connsiteX2" fmla="*/ 976997 w 2024573"/>
                <a:gd name="connsiteY2" fmla="*/ 27699 h 1833040"/>
                <a:gd name="connsiteX3" fmla="*/ 1109508 w 2024573"/>
                <a:gd name="connsiteY3" fmla="*/ 23560 h 1833040"/>
                <a:gd name="connsiteX4" fmla="*/ 1263670 w 2024573"/>
                <a:gd name="connsiteY4" fmla="*/ 47949 h 1833040"/>
                <a:gd name="connsiteX5" fmla="*/ 1561996 w 2024573"/>
                <a:gd name="connsiteY5" fmla="*/ 134677 h 1833040"/>
                <a:gd name="connsiteX6" fmla="*/ 2012001 w 2024573"/>
                <a:gd name="connsiteY6" fmla="*/ 598626 h 1833040"/>
                <a:gd name="connsiteX7" fmla="*/ 2021489 w 2024573"/>
                <a:gd name="connsiteY7" fmla="*/ 675994 h 1833040"/>
                <a:gd name="connsiteX8" fmla="*/ 2003659 w 2024573"/>
                <a:gd name="connsiteY8" fmla="*/ 674338 h 1833040"/>
                <a:gd name="connsiteX9" fmla="*/ 1846950 w 2024573"/>
                <a:gd name="connsiteY9" fmla="*/ 653389 h 1833040"/>
                <a:gd name="connsiteX10" fmla="*/ 1826637 w 2024573"/>
                <a:gd name="connsiteY10" fmla="*/ 626071 h 1833040"/>
                <a:gd name="connsiteX11" fmla="*/ 1513156 w 2024573"/>
                <a:gd name="connsiteY11" fmla="*/ 315965 h 1833040"/>
                <a:gd name="connsiteX12" fmla="*/ 1244058 w 2024573"/>
                <a:gd name="connsiteY12" fmla="*/ 242100 h 1833040"/>
                <a:gd name="connsiteX13" fmla="*/ 1208590 w 2024573"/>
                <a:gd name="connsiteY13" fmla="*/ 284126 h 1833040"/>
                <a:gd name="connsiteX14" fmla="*/ 1301940 w 2024573"/>
                <a:gd name="connsiteY14" fmla="*/ 599836 h 1833040"/>
                <a:gd name="connsiteX15" fmla="*/ 1595809 w 2024573"/>
                <a:gd name="connsiteY15" fmla="*/ 1201519 h 1833040"/>
                <a:gd name="connsiteX16" fmla="*/ 1589441 w 2024573"/>
                <a:gd name="connsiteY16" fmla="*/ 1220622 h 1833040"/>
                <a:gd name="connsiteX17" fmla="*/ 1228457 w 2024573"/>
                <a:gd name="connsiteY17" fmla="*/ 1335049 h 1833040"/>
                <a:gd name="connsiteX18" fmla="*/ 1037872 w 2024573"/>
                <a:gd name="connsiteY18" fmla="*/ 1458009 h 1833040"/>
                <a:gd name="connsiteX19" fmla="*/ 998711 w 2024573"/>
                <a:gd name="connsiteY19" fmla="*/ 1480870 h 1833040"/>
                <a:gd name="connsiteX20" fmla="*/ 906889 w 2024573"/>
                <a:gd name="connsiteY20" fmla="*/ 1322569 h 1833040"/>
                <a:gd name="connsiteX21" fmla="*/ 745022 w 2024573"/>
                <a:gd name="connsiteY21" fmla="*/ 1006540 h 1833040"/>
                <a:gd name="connsiteX22" fmla="*/ 580927 w 2024573"/>
                <a:gd name="connsiteY22" fmla="*/ 633139 h 1833040"/>
                <a:gd name="connsiteX23" fmla="*/ 521962 w 2024573"/>
                <a:gd name="connsiteY23" fmla="*/ 471527 h 1833040"/>
                <a:gd name="connsiteX24" fmla="*/ 493180 w 2024573"/>
                <a:gd name="connsiteY24" fmla="*/ 463631 h 1833040"/>
                <a:gd name="connsiteX25" fmla="*/ 283237 w 2024573"/>
                <a:gd name="connsiteY25" fmla="*/ 728400 h 1833040"/>
                <a:gd name="connsiteX26" fmla="*/ 180590 w 2024573"/>
                <a:gd name="connsiteY26" fmla="*/ 1121796 h 1833040"/>
                <a:gd name="connsiteX27" fmla="*/ 294381 w 2024573"/>
                <a:gd name="connsiteY27" fmla="*/ 1590840 h 1833040"/>
                <a:gd name="connsiteX28" fmla="*/ 343539 w 2024573"/>
                <a:gd name="connsiteY28" fmla="*/ 1726917 h 1833040"/>
                <a:gd name="connsiteX29" fmla="*/ 332269 w 2024573"/>
                <a:gd name="connsiteY29" fmla="*/ 1771809 h 1833040"/>
                <a:gd name="connsiteX30" fmla="*/ 182946 w 2024573"/>
                <a:gd name="connsiteY30" fmla="*/ 1833003 h 1833040"/>
                <a:gd name="connsiteX31" fmla="*/ 162824 w 2024573"/>
                <a:gd name="connsiteY31" fmla="*/ 1821286 h 1833040"/>
                <a:gd name="connsiteX32" fmla="*/ 128248 w 2024573"/>
                <a:gd name="connsiteY32" fmla="*/ 1785882 h 1833040"/>
                <a:gd name="connsiteX33" fmla="*/ 958 w 2024573"/>
                <a:gd name="connsiteY33" fmla="*/ 1209479 h 1833040"/>
                <a:gd name="connsiteX34" fmla="*/ 66418 w 2024573"/>
                <a:gd name="connsiteY34" fmla="*/ 737187 h 1833040"/>
                <a:gd name="connsiteX35" fmla="*/ 336598 w 2024573"/>
                <a:gd name="connsiteY35" fmla="*/ 346148 h 1833040"/>
                <a:gd name="connsiteX36" fmla="*/ 664853 w 2024573"/>
                <a:gd name="connsiteY36" fmla="*/ 141808 h 1833040"/>
                <a:gd name="connsiteX37" fmla="*/ 739737 w 2024573"/>
                <a:gd name="connsiteY37" fmla="*/ 115319 h 1833040"/>
                <a:gd name="connsiteX38" fmla="*/ 766672 w 2024573"/>
                <a:gd name="connsiteY38" fmla="*/ 67625 h 1833040"/>
                <a:gd name="connsiteX39" fmla="*/ 788895 w 2024573"/>
                <a:gd name="connsiteY39" fmla="*/ 22032 h 1833040"/>
                <a:gd name="connsiteX40" fmla="*/ 837353 w 2024573"/>
                <a:gd name="connsiteY40" fmla="*/ 32857 h 1833040"/>
                <a:gd name="connsiteX41" fmla="*/ 876451 w 2024573"/>
                <a:gd name="connsiteY41" fmla="*/ 11844 h 1833040"/>
                <a:gd name="connsiteX42" fmla="*/ 882628 w 2024573"/>
                <a:gd name="connsiteY42" fmla="*/ 0 h 183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024573" h="1833040">
                  <a:moveTo>
                    <a:pt x="882628" y="0"/>
                  </a:moveTo>
                  <a:cubicBezTo>
                    <a:pt x="900585" y="8787"/>
                    <a:pt x="918350" y="18212"/>
                    <a:pt x="936626" y="26235"/>
                  </a:cubicBezTo>
                  <a:cubicBezTo>
                    <a:pt x="949488" y="31838"/>
                    <a:pt x="961078" y="35022"/>
                    <a:pt x="976997" y="27699"/>
                  </a:cubicBezTo>
                  <a:cubicBezTo>
                    <a:pt x="1023226" y="6431"/>
                    <a:pt x="1061814" y="17256"/>
                    <a:pt x="1109508" y="23560"/>
                  </a:cubicBezTo>
                  <a:cubicBezTo>
                    <a:pt x="1161087" y="30310"/>
                    <a:pt x="1212538" y="38206"/>
                    <a:pt x="1263670" y="47949"/>
                  </a:cubicBezTo>
                  <a:cubicBezTo>
                    <a:pt x="1365553" y="67306"/>
                    <a:pt x="1466354" y="94178"/>
                    <a:pt x="1561996" y="134677"/>
                  </a:cubicBezTo>
                  <a:cubicBezTo>
                    <a:pt x="1760923" y="218857"/>
                    <a:pt x="1960040" y="379132"/>
                    <a:pt x="2012001" y="598626"/>
                  </a:cubicBezTo>
                  <a:cubicBezTo>
                    <a:pt x="2017923" y="623651"/>
                    <a:pt x="2030340" y="648804"/>
                    <a:pt x="2021489" y="675994"/>
                  </a:cubicBezTo>
                  <a:cubicBezTo>
                    <a:pt x="2015121" y="680069"/>
                    <a:pt x="2008817" y="677777"/>
                    <a:pt x="2003659" y="674338"/>
                  </a:cubicBezTo>
                  <a:cubicBezTo>
                    <a:pt x="1954819" y="641353"/>
                    <a:pt x="1903113" y="630974"/>
                    <a:pt x="1846950" y="653389"/>
                  </a:cubicBezTo>
                  <a:cubicBezTo>
                    <a:pt x="1832942" y="649695"/>
                    <a:pt x="1830968" y="636641"/>
                    <a:pt x="1826637" y="626071"/>
                  </a:cubicBezTo>
                  <a:cubicBezTo>
                    <a:pt x="1766208" y="478086"/>
                    <a:pt x="1658403" y="378113"/>
                    <a:pt x="1513156" y="315965"/>
                  </a:cubicBezTo>
                  <a:cubicBezTo>
                    <a:pt x="1426874" y="279032"/>
                    <a:pt x="1336453" y="256809"/>
                    <a:pt x="1244058" y="242100"/>
                  </a:cubicBezTo>
                  <a:cubicBezTo>
                    <a:pt x="1197000" y="234586"/>
                    <a:pt x="1196045" y="237260"/>
                    <a:pt x="1208590" y="284126"/>
                  </a:cubicBezTo>
                  <a:cubicBezTo>
                    <a:pt x="1236862" y="390212"/>
                    <a:pt x="1266154" y="496043"/>
                    <a:pt x="1301940" y="599836"/>
                  </a:cubicBezTo>
                  <a:cubicBezTo>
                    <a:pt x="1340401" y="711526"/>
                    <a:pt x="1589632" y="1182671"/>
                    <a:pt x="1595809" y="1201519"/>
                  </a:cubicBezTo>
                  <a:cubicBezTo>
                    <a:pt x="1592689" y="1214764"/>
                    <a:pt x="1598420" y="1219030"/>
                    <a:pt x="1589441" y="1220622"/>
                  </a:cubicBezTo>
                  <a:cubicBezTo>
                    <a:pt x="1442984" y="1246093"/>
                    <a:pt x="1314102" y="1292704"/>
                    <a:pt x="1228457" y="1335049"/>
                  </a:cubicBezTo>
                  <a:cubicBezTo>
                    <a:pt x="1160386" y="1368735"/>
                    <a:pt x="1096709" y="1409679"/>
                    <a:pt x="1037872" y="1458009"/>
                  </a:cubicBezTo>
                  <a:cubicBezTo>
                    <a:pt x="1026219" y="1467561"/>
                    <a:pt x="1016031" y="1480551"/>
                    <a:pt x="998711" y="1480870"/>
                  </a:cubicBezTo>
                  <a:cubicBezTo>
                    <a:pt x="961396" y="1432029"/>
                    <a:pt x="936307" y="1375866"/>
                    <a:pt x="906889" y="1322569"/>
                  </a:cubicBezTo>
                  <a:cubicBezTo>
                    <a:pt x="849643" y="1219030"/>
                    <a:pt x="795836" y="1113518"/>
                    <a:pt x="745022" y="1006540"/>
                  </a:cubicBezTo>
                  <a:cubicBezTo>
                    <a:pt x="686630" y="883644"/>
                    <a:pt x="632187" y="759092"/>
                    <a:pt x="580927" y="633139"/>
                  </a:cubicBezTo>
                  <a:cubicBezTo>
                    <a:pt x="559277" y="579969"/>
                    <a:pt x="539027" y="526290"/>
                    <a:pt x="521962" y="471527"/>
                  </a:cubicBezTo>
                  <a:cubicBezTo>
                    <a:pt x="515722" y="451533"/>
                    <a:pt x="509226" y="447075"/>
                    <a:pt x="493180" y="463631"/>
                  </a:cubicBezTo>
                  <a:cubicBezTo>
                    <a:pt x="414284" y="544883"/>
                    <a:pt x="345959" y="633967"/>
                    <a:pt x="283237" y="728400"/>
                  </a:cubicBezTo>
                  <a:cubicBezTo>
                    <a:pt x="207462" y="842509"/>
                    <a:pt x="174987" y="986291"/>
                    <a:pt x="180590" y="1121796"/>
                  </a:cubicBezTo>
                  <a:cubicBezTo>
                    <a:pt x="187340" y="1283662"/>
                    <a:pt x="242293" y="1439034"/>
                    <a:pt x="294381" y="1590840"/>
                  </a:cubicBezTo>
                  <a:cubicBezTo>
                    <a:pt x="310045" y="1636496"/>
                    <a:pt x="331313" y="1680051"/>
                    <a:pt x="343539" y="1726917"/>
                  </a:cubicBezTo>
                  <a:cubicBezTo>
                    <a:pt x="352136" y="1744938"/>
                    <a:pt x="342711" y="1759711"/>
                    <a:pt x="332269" y="1771809"/>
                  </a:cubicBezTo>
                  <a:cubicBezTo>
                    <a:pt x="293107" y="1817084"/>
                    <a:pt x="241465" y="1833958"/>
                    <a:pt x="182946" y="1833003"/>
                  </a:cubicBezTo>
                  <a:cubicBezTo>
                    <a:pt x="174350" y="1832875"/>
                    <a:pt x="166772" y="1829883"/>
                    <a:pt x="162824" y="1821286"/>
                  </a:cubicBezTo>
                  <a:cubicBezTo>
                    <a:pt x="144995" y="1815683"/>
                    <a:pt x="134934" y="1801355"/>
                    <a:pt x="128248" y="1785882"/>
                  </a:cubicBezTo>
                  <a:cubicBezTo>
                    <a:pt x="49734" y="1604466"/>
                    <a:pt x="7771" y="1406686"/>
                    <a:pt x="958" y="1209479"/>
                  </a:cubicBezTo>
                  <a:cubicBezTo>
                    <a:pt x="-4519" y="1050223"/>
                    <a:pt x="12993" y="887974"/>
                    <a:pt x="66418" y="737187"/>
                  </a:cubicBezTo>
                  <a:cubicBezTo>
                    <a:pt x="121562" y="581625"/>
                    <a:pt x="217841" y="458537"/>
                    <a:pt x="336598" y="346148"/>
                  </a:cubicBezTo>
                  <a:cubicBezTo>
                    <a:pt x="434597" y="253498"/>
                    <a:pt x="539409" y="189502"/>
                    <a:pt x="664853" y="141808"/>
                  </a:cubicBezTo>
                  <a:cubicBezTo>
                    <a:pt x="689559" y="132384"/>
                    <a:pt x="714967" y="124679"/>
                    <a:pt x="739737" y="115319"/>
                  </a:cubicBezTo>
                  <a:cubicBezTo>
                    <a:pt x="761323" y="107168"/>
                    <a:pt x="759286" y="84181"/>
                    <a:pt x="766672" y="67625"/>
                  </a:cubicBezTo>
                  <a:cubicBezTo>
                    <a:pt x="773613" y="52151"/>
                    <a:pt x="778070" y="35595"/>
                    <a:pt x="788895" y="22032"/>
                  </a:cubicBezTo>
                  <a:cubicBezTo>
                    <a:pt x="807744" y="13372"/>
                    <a:pt x="821944" y="27254"/>
                    <a:pt x="837353" y="32857"/>
                  </a:cubicBezTo>
                  <a:cubicBezTo>
                    <a:pt x="870784" y="45020"/>
                    <a:pt x="870465" y="45784"/>
                    <a:pt x="876451" y="11844"/>
                  </a:cubicBezTo>
                  <a:cubicBezTo>
                    <a:pt x="877343" y="7259"/>
                    <a:pt x="878807" y="3056"/>
                    <a:pt x="882628" y="0"/>
                  </a:cubicBezTo>
                  <a:close/>
                </a:path>
              </a:pathLst>
            </a:custGeom>
            <a:solidFill>
              <a:srgbClr val="D4EFF4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2DDD2B7D-965F-59E7-D833-1E401D6DD846}"/>
                </a:ext>
              </a:extLst>
            </p:cNvPr>
            <p:cNvSpPr/>
            <p:nvPr/>
          </p:nvSpPr>
          <p:spPr>
            <a:xfrm>
              <a:off x="2137183" y="3620379"/>
              <a:ext cx="1628418" cy="1975294"/>
            </a:xfrm>
            <a:custGeom>
              <a:avLst/>
              <a:gdLst>
                <a:gd name="connsiteX0" fmla="*/ 239 w 2101193"/>
                <a:gd name="connsiteY0" fmla="*/ 260421 h 2548777"/>
                <a:gd name="connsiteX1" fmla="*/ 442921 w 2101193"/>
                <a:gd name="connsiteY1" fmla="*/ 31375 h 2548777"/>
                <a:gd name="connsiteX2" fmla="*/ 590906 w 2101193"/>
                <a:gd name="connsiteY2" fmla="*/ 174 h 2548777"/>
                <a:gd name="connsiteX3" fmla="*/ 680053 w 2101193"/>
                <a:gd name="connsiteY3" fmla="*/ 133895 h 2548777"/>
                <a:gd name="connsiteX4" fmla="*/ 764616 w 2101193"/>
                <a:gd name="connsiteY4" fmla="*/ 210944 h 2548777"/>
                <a:gd name="connsiteX5" fmla="*/ 1199529 w 2101193"/>
                <a:gd name="connsiteY5" fmla="*/ 391277 h 2548777"/>
                <a:gd name="connsiteX6" fmla="*/ 1743330 w 2101193"/>
                <a:gd name="connsiteY6" fmla="*/ 1064596 h 2548777"/>
                <a:gd name="connsiteX7" fmla="*/ 1848142 w 2101193"/>
                <a:gd name="connsiteY7" fmla="*/ 1519122 h 2548777"/>
                <a:gd name="connsiteX8" fmla="*/ 1861769 w 2101193"/>
                <a:gd name="connsiteY8" fmla="*/ 1593879 h 2548777"/>
                <a:gd name="connsiteX9" fmla="*/ 1887431 w 2101193"/>
                <a:gd name="connsiteY9" fmla="*/ 1569427 h 2548777"/>
                <a:gd name="connsiteX10" fmla="*/ 1992880 w 2101193"/>
                <a:gd name="connsiteY10" fmla="*/ 1422333 h 2548777"/>
                <a:gd name="connsiteX11" fmla="*/ 2018732 w 2101193"/>
                <a:gd name="connsiteY11" fmla="*/ 1418322 h 2548777"/>
                <a:gd name="connsiteX12" fmla="*/ 2101194 w 2101193"/>
                <a:gd name="connsiteY12" fmla="*/ 1482444 h 2548777"/>
                <a:gd name="connsiteX13" fmla="*/ 2035352 w 2101193"/>
                <a:gd name="connsiteY13" fmla="*/ 1530775 h 2548777"/>
                <a:gd name="connsiteX14" fmla="*/ 1728493 w 2101193"/>
                <a:gd name="connsiteY14" fmla="*/ 1740145 h 2548777"/>
                <a:gd name="connsiteX15" fmla="*/ 1716203 w 2101193"/>
                <a:gd name="connsiteY15" fmla="*/ 1745621 h 2548777"/>
                <a:gd name="connsiteX16" fmla="*/ 1701303 w 2101193"/>
                <a:gd name="connsiteY16" fmla="*/ 1711490 h 2548777"/>
                <a:gd name="connsiteX17" fmla="*/ 1631195 w 2101193"/>
                <a:gd name="connsiteY17" fmla="*/ 1378014 h 2548777"/>
                <a:gd name="connsiteX18" fmla="*/ 1337772 w 2101193"/>
                <a:gd name="connsiteY18" fmla="*/ 757037 h 2548777"/>
                <a:gd name="connsiteX19" fmla="*/ 1089241 w 2101193"/>
                <a:gd name="connsiteY19" fmla="*/ 565051 h 2548777"/>
                <a:gd name="connsiteX20" fmla="*/ 622617 w 2101193"/>
                <a:gd name="connsiteY20" fmla="*/ 396499 h 2548777"/>
                <a:gd name="connsiteX21" fmla="*/ 583328 w 2101193"/>
                <a:gd name="connsiteY21" fmla="*/ 401847 h 2548777"/>
                <a:gd name="connsiteX22" fmla="*/ 398347 w 2101193"/>
                <a:gd name="connsiteY22" fmla="*/ 491186 h 2548777"/>
                <a:gd name="connsiteX23" fmla="*/ 386949 w 2101193"/>
                <a:gd name="connsiteY23" fmla="*/ 522515 h 2548777"/>
                <a:gd name="connsiteX24" fmla="*/ 564798 w 2101193"/>
                <a:gd name="connsiteY24" fmla="*/ 1044538 h 2548777"/>
                <a:gd name="connsiteX25" fmla="*/ 644904 w 2101193"/>
                <a:gd name="connsiteY25" fmla="*/ 1501802 h 2548777"/>
                <a:gd name="connsiteX26" fmla="*/ 709663 w 2101193"/>
                <a:gd name="connsiteY26" fmla="*/ 2016948 h 2548777"/>
                <a:gd name="connsiteX27" fmla="*/ 738509 w 2101193"/>
                <a:gd name="connsiteY27" fmla="*/ 2289994 h 2548777"/>
                <a:gd name="connsiteX28" fmla="*/ 755638 w 2101193"/>
                <a:gd name="connsiteY28" fmla="*/ 2312982 h 2548777"/>
                <a:gd name="connsiteX29" fmla="*/ 766718 w 2101193"/>
                <a:gd name="connsiteY29" fmla="*/ 2328965 h 2548777"/>
                <a:gd name="connsiteX30" fmla="*/ 754555 w 2101193"/>
                <a:gd name="connsiteY30" fmla="*/ 2404167 h 2548777"/>
                <a:gd name="connsiteX31" fmla="*/ 540092 w 2101193"/>
                <a:gd name="connsiteY31" fmla="*/ 2548777 h 2548777"/>
                <a:gd name="connsiteX32" fmla="*/ 507489 w 2101193"/>
                <a:gd name="connsiteY32" fmla="*/ 2456510 h 2548777"/>
                <a:gd name="connsiteX33" fmla="*/ 524109 w 2101193"/>
                <a:gd name="connsiteY33" fmla="*/ 2438680 h 2548777"/>
                <a:gd name="connsiteX34" fmla="*/ 540919 w 2101193"/>
                <a:gd name="connsiteY34" fmla="*/ 2406714 h 2548777"/>
                <a:gd name="connsiteX35" fmla="*/ 415985 w 2101193"/>
                <a:gd name="connsiteY35" fmla="*/ 1348468 h 2548777"/>
                <a:gd name="connsiteX36" fmla="*/ 158540 w 2101193"/>
                <a:gd name="connsiteY36" fmla="*/ 535442 h 2548777"/>
                <a:gd name="connsiteX37" fmla="*/ 10555 w 2101193"/>
                <a:gd name="connsiteY37" fmla="*/ 285192 h 2548777"/>
                <a:gd name="connsiteX38" fmla="*/ 239 w 2101193"/>
                <a:gd name="connsiteY38" fmla="*/ 260421 h 254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01193" h="2548777">
                  <a:moveTo>
                    <a:pt x="239" y="260421"/>
                  </a:moveTo>
                  <a:cubicBezTo>
                    <a:pt x="128930" y="147586"/>
                    <a:pt x="276278" y="70728"/>
                    <a:pt x="442921" y="31375"/>
                  </a:cubicBezTo>
                  <a:cubicBezTo>
                    <a:pt x="469538" y="25135"/>
                    <a:pt x="586003" y="-2437"/>
                    <a:pt x="590906" y="174"/>
                  </a:cubicBezTo>
                  <a:cubicBezTo>
                    <a:pt x="629112" y="51115"/>
                    <a:pt x="646814" y="78560"/>
                    <a:pt x="680053" y="133895"/>
                  </a:cubicBezTo>
                  <a:cubicBezTo>
                    <a:pt x="697755" y="167708"/>
                    <a:pt x="718323" y="201520"/>
                    <a:pt x="764616" y="210944"/>
                  </a:cubicBezTo>
                  <a:cubicBezTo>
                    <a:pt x="807343" y="219668"/>
                    <a:pt x="1176733" y="379306"/>
                    <a:pt x="1199529" y="391277"/>
                  </a:cubicBezTo>
                  <a:cubicBezTo>
                    <a:pt x="1477925" y="537416"/>
                    <a:pt x="1642784" y="775122"/>
                    <a:pt x="1743330" y="1064596"/>
                  </a:cubicBezTo>
                  <a:cubicBezTo>
                    <a:pt x="1794653" y="1212263"/>
                    <a:pt x="1820315" y="1365979"/>
                    <a:pt x="1848142" y="1519122"/>
                  </a:cubicBezTo>
                  <a:cubicBezTo>
                    <a:pt x="1852536" y="1543320"/>
                    <a:pt x="1856930" y="1567517"/>
                    <a:pt x="1861769" y="1593879"/>
                  </a:cubicBezTo>
                  <a:cubicBezTo>
                    <a:pt x="1874313" y="1588466"/>
                    <a:pt x="1880171" y="1578023"/>
                    <a:pt x="1887431" y="1569427"/>
                  </a:cubicBezTo>
                  <a:cubicBezTo>
                    <a:pt x="1926528" y="1523261"/>
                    <a:pt x="1965180" y="1476522"/>
                    <a:pt x="1992880" y="1422333"/>
                  </a:cubicBezTo>
                  <a:cubicBezTo>
                    <a:pt x="2001349" y="1405714"/>
                    <a:pt x="2007461" y="1409279"/>
                    <a:pt x="2018732" y="1418322"/>
                  </a:cubicBezTo>
                  <a:cubicBezTo>
                    <a:pt x="2045795" y="1440227"/>
                    <a:pt x="2073686" y="1461112"/>
                    <a:pt x="2101194" y="1482444"/>
                  </a:cubicBezTo>
                  <a:cubicBezTo>
                    <a:pt x="2082473" y="1502948"/>
                    <a:pt x="2057639" y="1515302"/>
                    <a:pt x="2035352" y="1530775"/>
                  </a:cubicBezTo>
                  <a:cubicBezTo>
                    <a:pt x="1933596" y="1601329"/>
                    <a:pt x="1830886" y="1670546"/>
                    <a:pt x="1728493" y="1740145"/>
                  </a:cubicBezTo>
                  <a:cubicBezTo>
                    <a:pt x="1724863" y="1742628"/>
                    <a:pt x="1720343" y="1743838"/>
                    <a:pt x="1716203" y="1745621"/>
                  </a:cubicBezTo>
                  <a:cubicBezTo>
                    <a:pt x="1703850" y="1737470"/>
                    <a:pt x="1703850" y="1723780"/>
                    <a:pt x="1701303" y="1711490"/>
                  </a:cubicBezTo>
                  <a:cubicBezTo>
                    <a:pt x="1678379" y="1600247"/>
                    <a:pt x="1657302" y="1488621"/>
                    <a:pt x="1631195" y="1378014"/>
                  </a:cubicBezTo>
                  <a:cubicBezTo>
                    <a:pt x="1577324" y="1150178"/>
                    <a:pt x="1484802" y="940299"/>
                    <a:pt x="1337772" y="757037"/>
                  </a:cubicBezTo>
                  <a:cubicBezTo>
                    <a:pt x="1270975" y="673748"/>
                    <a:pt x="1182528" y="615356"/>
                    <a:pt x="1089241" y="565051"/>
                  </a:cubicBezTo>
                  <a:cubicBezTo>
                    <a:pt x="942084" y="485774"/>
                    <a:pt x="784038" y="436551"/>
                    <a:pt x="622617" y="396499"/>
                  </a:cubicBezTo>
                  <a:cubicBezTo>
                    <a:pt x="608417" y="392996"/>
                    <a:pt x="595936" y="393952"/>
                    <a:pt x="583328" y="401847"/>
                  </a:cubicBezTo>
                  <a:cubicBezTo>
                    <a:pt x="524937" y="438271"/>
                    <a:pt x="465144" y="472020"/>
                    <a:pt x="398347" y="491186"/>
                  </a:cubicBezTo>
                  <a:cubicBezTo>
                    <a:pt x="379753" y="496535"/>
                    <a:pt x="379499" y="507105"/>
                    <a:pt x="386949" y="522515"/>
                  </a:cubicBezTo>
                  <a:cubicBezTo>
                    <a:pt x="467882" y="689158"/>
                    <a:pt x="518632" y="866243"/>
                    <a:pt x="564798" y="1044538"/>
                  </a:cubicBezTo>
                  <a:cubicBezTo>
                    <a:pt x="603641" y="1194625"/>
                    <a:pt x="622362" y="1348659"/>
                    <a:pt x="644904" y="1501802"/>
                  </a:cubicBezTo>
                  <a:cubicBezTo>
                    <a:pt x="670056" y="1673029"/>
                    <a:pt x="689541" y="1845020"/>
                    <a:pt x="709663" y="2016948"/>
                  </a:cubicBezTo>
                  <a:cubicBezTo>
                    <a:pt x="720297" y="2107815"/>
                    <a:pt x="729912" y="2198873"/>
                    <a:pt x="738509" y="2289994"/>
                  </a:cubicBezTo>
                  <a:cubicBezTo>
                    <a:pt x="739591" y="2301839"/>
                    <a:pt x="740419" y="2311899"/>
                    <a:pt x="755638" y="2312982"/>
                  </a:cubicBezTo>
                  <a:cubicBezTo>
                    <a:pt x="765062" y="2313619"/>
                    <a:pt x="766972" y="2320942"/>
                    <a:pt x="766718" y="2328965"/>
                  </a:cubicBezTo>
                  <a:cubicBezTo>
                    <a:pt x="765890" y="2354563"/>
                    <a:pt x="764680" y="2380097"/>
                    <a:pt x="754555" y="2404167"/>
                  </a:cubicBezTo>
                  <a:cubicBezTo>
                    <a:pt x="684702" y="2454790"/>
                    <a:pt x="615294" y="2506114"/>
                    <a:pt x="540092" y="2548777"/>
                  </a:cubicBezTo>
                  <a:cubicBezTo>
                    <a:pt x="519779" y="2521396"/>
                    <a:pt x="516722" y="2487838"/>
                    <a:pt x="507489" y="2456510"/>
                  </a:cubicBezTo>
                  <a:cubicBezTo>
                    <a:pt x="503668" y="2443647"/>
                    <a:pt x="516786" y="2441736"/>
                    <a:pt x="524109" y="2438680"/>
                  </a:cubicBezTo>
                  <a:cubicBezTo>
                    <a:pt x="539327" y="2432249"/>
                    <a:pt x="542384" y="2423143"/>
                    <a:pt x="540919" y="2406714"/>
                  </a:cubicBezTo>
                  <a:cubicBezTo>
                    <a:pt x="508126" y="2052925"/>
                    <a:pt x="473995" y="1699073"/>
                    <a:pt x="415985" y="1348468"/>
                  </a:cubicBezTo>
                  <a:cubicBezTo>
                    <a:pt x="369246" y="1065743"/>
                    <a:pt x="293853" y="790467"/>
                    <a:pt x="158540" y="535442"/>
                  </a:cubicBezTo>
                  <a:cubicBezTo>
                    <a:pt x="113138" y="449924"/>
                    <a:pt x="59968" y="368545"/>
                    <a:pt x="10555" y="285192"/>
                  </a:cubicBezTo>
                  <a:cubicBezTo>
                    <a:pt x="5906" y="277423"/>
                    <a:pt x="-1417" y="270737"/>
                    <a:pt x="239" y="260421"/>
                  </a:cubicBezTo>
                  <a:close/>
                </a:path>
              </a:pathLst>
            </a:custGeom>
            <a:solidFill>
              <a:srgbClr val="3B5369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E8EFEC9-C306-DDB4-5CA6-884CD40E3D5F}"/>
                </a:ext>
              </a:extLst>
            </p:cNvPr>
            <p:cNvSpPr/>
            <p:nvPr/>
          </p:nvSpPr>
          <p:spPr>
            <a:xfrm>
              <a:off x="2536105" y="3083447"/>
              <a:ext cx="568335" cy="800730"/>
            </a:xfrm>
            <a:custGeom>
              <a:avLst/>
              <a:gdLst>
                <a:gd name="connsiteX0" fmla="*/ 613088 w 733339"/>
                <a:gd name="connsiteY0" fmla="*/ 315261 h 1033205"/>
                <a:gd name="connsiteX1" fmla="*/ 713888 w 733339"/>
                <a:gd name="connsiteY1" fmla="*/ 456624 h 1033205"/>
                <a:gd name="connsiteX2" fmla="*/ 733309 w 733339"/>
                <a:gd name="connsiteY2" fmla="*/ 1007493 h 1033205"/>
                <a:gd name="connsiteX3" fmla="*/ 732482 w 733339"/>
                <a:gd name="connsiteY3" fmla="*/ 1023858 h 1033205"/>
                <a:gd name="connsiteX4" fmla="*/ 699115 w 733339"/>
                <a:gd name="connsiteY4" fmla="*/ 1025513 h 1033205"/>
                <a:gd name="connsiteX5" fmla="*/ 601881 w 733339"/>
                <a:gd name="connsiteY5" fmla="*/ 974253 h 1033205"/>
                <a:gd name="connsiteX6" fmla="*/ 56616 w 733339"/>
                <a:gd name="connsiteY6" fmla="*/ 688153 h 1033205"/>
                <a:gd name="connsiteX7" fmla="*/ 17900 w 733339"/>
                <a:gd name="connsiteY7" fmla="*/ 632117 h 1033205"/>
                <a:gd name="connsiteX8" fmla="*/ 16435 w 733339"/>
                <a:gd name="connsiteY8" fmla="*/ 593657 h 1033205"/>
                <a:gd name="connsiteX9" fmla="*/ 9367 w 733339"/>
                <a:gd name="connsiteY9" fmla="*/ 335510 h 1033205"/>
                <a:gd name="connsiteX10" fmla="*/ 70 w 733339"/>
                <a:gd name="connsiteY10" fmla="*/ 36420 h 1033205"/>
                <a:gd name="connsiteX11" fmla="*/ 19747 w 733339"/>
                <a:gd name="connsiteY11" fmla="*/ 61 h 1033205"/>
                <a:gd name="connsiteX12" fmla="*/ 53177 w 733339"/>
                <a:gd name="connsiteY12" fmla="*/ 10567 h 1033205"/>
                <a:gd name="connsiteX13" fmla="*/ 307248 w 733339"/>
                <a:gd name="connsiteY13" fmla="*/ 144798 h 1033205"/>
                <a:gd name="connsiteX14" fmla="*/ 353859 w 733339"/>
                <a:gd name="connsiteY14" fmla="*/ 168295 h 1033205"/>
                <a:gd name="connsiteX15" fmla="*/ 374045 w 733339"/>
                <a:gd name="connsiteY15" fmla="*/ 210576 h 1033205"/>
                <a:gd name="connsiteX16" fmla="*/ 344244 w 733339"/>
                <a:gd name="connsiteY16" fmla="*/ 350284 h 1033205"/>
                <a:gd name="connsiteX17" fmla="*/ 339341 w 733339"/>
                <a:gd name="connsiteY17" fmla="*/ 391037 h 1033205"/>
                <a:gd name="connsiteX18" fmla="*/ 371179 w 733339"/>
                <a:gd name="connsiteY18" fmla="*/ 426823 h 1033205"/>
                <a:gd name="connsiteX19" fmla="*/ 391683 w 733339"/>
                <a:gd name="connsiteY19" fmla="*/ 450893 h 1033205"/>
                <a:gd name="connsiteX20" fmla="*/ 390601 w 733339"/>
                <a:gd name="connsiteY20" fmla="*/ 461846 h 1033205"/>
                <a:gd name="connsiteX21" fmla="*/ 413970 w 733339"/>
                <a:gd name="connsiteY21" fmla="*/ 494639 h 1033205"/>
                <a:gd name="connsiteX22" fmla="*/ 446700 w 733339"/>
                <a:gd name="connsiteY22" fmla="*/ 475918 h 1033205"/>
                <a:gd name="connsiteX23" fmla="*/ 480003 w 733339"/>
                <a:gd name="connsiteY23" fmla="*/ 467576 h 1033205"/>
                <a:gd name="connsiteX24" fmla="*/ 523303 w 733339"/>
                <a:gd name="connsiteY24" fmla="*/ 454395 h 1033205"/>
                <a:gd name="connsiteX25" fmla="*/ 555269 w 733339"/>
                <a:gd name="connsiteY25" fmla="*/ 446945 h 1033205"/>
                <a:gd name="connsiteX26" fmla="*/ 588572 w 733339"/>
                <a:gd name="connsiteY26" fmla="*/ 429561 h 1033205"/>
                <a:gd name="connsiteX27" fmla="*/ 604619 w 733339"/>
                <a:gd name="connsiteY27" fmla="*/ 340414 h 1033205"/>
                <a:gd name="connsiteX28" fmla="*/ 613088 w 733339"/>
                <a:gd name="connsiteY28" fmla="*/ 315261 h 103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3339" h="1033205">
                  <a:moveTo>
                    <a:pt x="613088" y="315261"/>
                  </a:moveTo>
                  <a:cubicBezTo>
                    <a:pt x="708348" y="355123"/>
                    <a:pt x="709749" y="355059"/>
                    <a:pt x="713888" y="456624"/>
                  </a:cubicBezTo>
                  <a:cubicBezTo>
                    <a:pt x="721402" y="640204"/>
                    <a:pt x="727006" y="823848"/>
                    <a:pt x="733309" y="1007493"/>
                  </a:cubicBezTo>
                  <a:cubicBezTo>
                    <a:pt x="733501" y="1012905"/>
                    <a:pt x="732737" y="1018381"/>
                    <a:pt x="732482" y="1023858"/>
                  </a:cubicBezTo>
                  <a:cubicBezTo>
                    <a:pt x="722230" y="1040732"/>
                    <a:pt x="709686" y="1030607"/>
                    <a:pt x="699115" y="1025513"/>
                  </a:cubicBezTo>
                  <a:cubicBezTo>
                    <a:pt x="666130" y="1009530"/>
                    <a:pt x="634292" y="991319"/>
                    <a:pt x="601881" y="974253"/>
                  </a:cubicBezTo>
                  <a:cubicBezTo>
                    <a:pt x="420210" y="878674"/>
                    <a:pt x="238349" y="783541"/>
                    <a:pt x="56616" y="688153"/>
                  </a:cubicBezTo>
                  <a:cubicBezTo>
                    <a:pt x="33246" y="675863"/>
                    <a:pt x="21084" y="657588"/>
                    <a:pt x="17900" y="632117"/>
                  </a:cubicBezTo>
                  <a:cubicBezTo>
                    <a:pt x="16244" y="619318"/>
                    <a:pt x="16117" y="606519"/>
                    <a:pt x="16435" y="593657"/>
                  </a:cubicBezTo>
                  <a:cubicBezTo>
                    <a:pt x="18791" y="507502"/>
                    <a:pt x="11150" y="421602"/>
                    <a:pt x="9367" y="335510"/>
                  </a:cubicBezTo>
                  <a:cubicBezTo>
                    <a:pt x="7266" y="235793"/>
                    <a:pt x="-312" y="136202"/>
                    <a:pt x="70" y="36420"/>
                  </a:cubicBezTo>
                  <a:cubicBezTo>
                    <a:pt x="134" y="21392"/>
                    <a:pt x="-2540" y="3563"/>
                    <a:pt x="19747" y="61"/>
                  </a:cubicBezTo>
                  <a:cubicBezTo>
                    <a:pt x="32227" y="-640"/>
                    <a:pt x="42798" y="4836"/>
                    <a:pt x="53177" y="10567"/>
                  </a:cubicBezTo>
                  <a:cubicBezTo>
                    <a:pt x="136912" y="57115"/>
                    <a:pt x="223130" y="99015"/>
                    <a:pt x="307248" y="144798"/>
                  </a:cubicBezTo>
                  <a:cubicBezTo>
                    <a:pt x="322657" y="152885"/>
                    <a:pt x="338067" y="161036"/>
                    <a:pt x="353859" y="168295"/>
                  </a:cubicBezTo>
                  <a:cubicBezTo>
                    <a:pt x="372771" y="177019"/>
                    <a:pt x="378184" y="190391"/>
                    <a:pt x="374045" y="210576"/>
                  </a:cubicBezTo>
                  <a:cubicBezTo>
                    <a:pt x="364557" y="257252"/>
                    <a:pt x="354942" y="303863"/>
                    <a:pt x="344244" y="350284"/>
                  </a:cubicBezTo>
                  <a:cubicBezTo>
                    <a:pt x="341124" y="363719"/>
                    <a:pt x="339277" y="377219"/>
                    <a:pt x="339341" y="391037"/>
                  </a:cubicBezTo>
                  <a:cubicBezTo>
                    <a:pt x="339468" y="412560"/>
                    <a:pt x="347682" y="426951"/>
                    <a:pt x="371179" y="426823"/>
                  </a:cubicBezTo>
                  <a:cubicBezTo>
                    <a:pt x="388627" y="426696"/>
                    <a:pt x="393976" y="435101"/>
                    <a:pt x="391683" y="450893"/>
                  </a:cubicBezTo>
                  <a:cubicBezTo>
                    <a:pt x="391174" y="454523"/>
                    <a:pt x="390601" y="458152"/>
                    <a:pt x="390601" y="461846"/>
                  </a:cubicBezTo>
                  <a:cubicBezTo>
                    <a:pt x="390728" y="478274"/>
                    <a:pt x="397351" y="490882"/>
                    <a:pt x="413970" y="494639"/>
                  </a:cubicBezTo>
                  <a:cubicBezTo>
                    <a:pt x="429571" y="498205"/>
                    <a:pt x="441033" y="490054"/>
                    <a:pt x="446700" y="475918"/>
                  </a:cubicBezTo>
                  <a:cubicBezTo>
                    <a:pt x="454341" y="456879"/>
                    <a:pt x="462174" y="451657"/>
                    <a:pt x="480003" y="467576"/>
                  </a:cubicBezTo>
                  <a:cubicBezTo>
                    <a:pt x="496559" y="482350"/>
                    <a:pt x="512606" y="477128"/>
                    <a:pt x="523303" y="454395"/>
                  </a:cubicBezTo>
                  <a:cubicBezTo>
                    <a:pt x="531772" y="436247"/>
                    <a:pt x="537758" y="429052"/>
                    <a:pt x="555269" y="446945"/>
                  </a:cubicBezTo>
                  <a:cubicBezTo>
                    <a:pt x="567113" y="459044"/>
                    <a:pt x="582523" y="450447"/>
                    <a:pt x="588572" y="429561"/>
                  </a:cubicBezTo>
                  <a:cubicBezTo>
                    <a:pt x="596977" y="400461"/>
                    <a:pt x="599461" y="370151"/>
                    <a:pt x="604619" y="340414"/>
                  </a:cubicBezTo>
                  <a:cubicBezTo>
                    <a:pt x="606083" y="331690"/>
                    <a:pt x="604746" y="321820"/>
                    <a:pt x="613088" y="315261"/>
                  </a:cubicBezTo>
                  <a:close/>
                </a:path>
              </a:pathLst>
            </a:custGeom>
            <a:solidFill>
              <a:srgbClr val="84391C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B8DDBF6C-5AED-3A7E-4C1D-85BEFDA33061}"/>
                </a:ext>
              </a:extLst>
            </p:cNvPr>
            <p:cNvSpPr/>
            <p:nvPr/>
          </p:nvSpPr>
          <p:spPr>
            <a:xfrm>
              <a:off x="1439704" y="1593440"/>
              <a:ext cx="553930" cy="812640"/>
            </a:xfrm>
            <a:custGeom>
              <a:avLst/>
              <a:gdLst>
                <a:gd name="connsiteX0" fmla="*/ 700779 w 714751"/>
                <a:gd name="connsiteY0" fmla="*/ 163713 h 1048572"/>
                <a:gd name="connsiteX1" fmla="*/ 676008 w 714751"/>
                <a:gd name="connsiteY1" fmla="*/ 322460 h 1048572"/>
                <a:gd name="connsiteX2" fmla="*/ 534264 w 714751"/>
                <a:gd name="connsiteY2" fmla="*/ 433831 h 1048572"/>
                <a:gd name="connsiteX3" fmla="*/ 251857 w 714751"/>
                <a:gd name="connsiteY3" fmla="*/ 560548 h 1048572"/>
                <a:gd name="connsiteX4" fmla="*/ 224030 w 714751"/>
                <a:gd name="connsiteY4" fmla="*/ 589839 h 1048572"/>
                <a:gd name="connsiteX5" fmla="*/ 229634 w 714751"/>
                <a:gd name="connsiteY5" fmla="*/ 724070 h 1048572"/>
                <a:gd name="connsiteX6" fmla="*/ 346162 w 714751"/>
                <a:gd name="connsiteY6" fmla="*/ 1017366 h 1048572"/>
                <a:gd name="connsiteX7" fmla="*/ 344379 w 714751"/>
                <a:gd name="connsiteY7" fmla="*/ 1044046 h 1048572"/>
                <a:gd name="connsiteX8" fmla="*/ 311713 w 714751"/>
                <a:gd name="connsiteY8" fmla="*/ 1039207 h 1048572"/>
                <a:gd name="connsiteX9" fmla="*/ 185187 w 714751"/>
                <a:gd name="connsiteY9" fmla="*/ 1025453 h 1048572"/>
                <a:gd name="connsiteX10" fmla="*/ 15233 w 714751"/>
                <a:gd name="connsiteY10" fmla="*/ 605886 h 1048572"/>
                <a:gd name="connsiteX11" fmla="*/ 153221 w 714751"/>
                <a:gd name="connsiteY11" fmla="*/ 315137 h 1048572"/>
                <a:gd name="connsiteX12" fmla="*/ 351829 w 714751"/>
                <a:gd name="connsiteY12" fmla="*/ 236751 h 1048572"/>
                <a:gd name="connsiteX13" fmla="*/ 487907 w 714751"/>
                <a:gd name="connsiteY13" fmla="*/ 126335 h 1048572"/>
                <a:gd name="connsiteX14" fmla="*/ 515797 w 714751"/>
                <a:gd name="connsiteY14" fmla="*/ 0 h 1048572"/>
                <a:gd name="connsiteX15" fmla="*/ 700779 w 714751"/>
                <a:gd name="connsiteY15" fmla="*/ 163713 h 104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4751" h="1048572">
                  <a:moveTo>
                    <a:pt x="700779" y="163713"/>
                  </a:moveTo>
                  <a:cubicBezTo>
                    <a:pt x="727205" y="222041"/>
                    <a:pt x="714597" y="274384"/>
                    <a:pt x="676008" y="322460"/>
                  </a:cubicBezTo>
                  <a:cubicBezTo>
                    <a:pt x="637420" y="370536"/>
                    <a:pt x="587179" y="403966"/>
                    <a:pt x="534264" y="433831"/>
                  </a:cubicBezTo>
                  <a:cubicBezTo>
                    <a:pt x="464729" y="473183"/>
                    <a:pt x="327377" y="535204"/>
                    <a:pt x="251857" y="560548"/>
                  </a:cubicBezTo>
                  <a:cubicBezTo>
                    <a:pt x="236065" y="565833"/>
                    <a:pt x="229570" y="574875"/>
                    <a:pt x="224030" y="589839"/>
                  </a:cubicBezTo>
                  <a:cubicBezTo>
                    <a:pt x="206964" y="635814"/>
                    <a:pt x="209957" y="678350"/>
                    <a:pt x="229634" y="724070"/>
                  </a:cubicBezTo>
                  <a:cubicBezTo>
                    <a:pt x="271151" y="820731"/>
                    <a:pt x="308083" y="919303"/>
                    <a:pt x="346162" y="1017366"/>
                  </a:cubicBezTo>
                  <a:cubicBezTo>
                    <a:pt x="349219" y="1025198"/>
                    <a:pt x="362973" y="1035896"/>
                    <a:pt x="344379" y="1044046"/>
                  </a:cubicBezTo>
                  <a:cubicBezTo>
                    <a:pt x="331899" y="1049459"/>
                    <a:pt x="323366" y="1052261"/>
                    <a:pt x="311713" y="1039207"/>
                  </a:cubicBezTo>
                  <a:cubicBezTo>
                    <a:pt x="273252" y="996034"/>
                    <a:pt x="238867" y="993232"/>
                    <a:pt x="185187" y="1025453"/>
                  </a:cubicBezTo>
                  <a:cubicBezTo>
                    <a:pt x="128324" y="885682"/>
                    <a:pt x="69550" y="746611"/>
                    <a:pt x="15233" y="605886"/>
                  </a:cubicBezTo>
                  <a:cubicBezTo>
                    <a:pt x="-31060" y="485918"/>
                    <a:pt x="31917" y="357482"/>
                    <a:pt x="153221" y="315137"/>
                  </a:cubicBezTo>
                  <a:cubicBezTo>
                    <a:pt x="198113" y="299472"/>
                    <a:pt x="307001" y="252797"/>
                    <a:pt x="351829" y="236751"/>
                  </a:cubicBezTo>
                  <a:cubicBezTo>
                    <a:pt x="409966" y="215928"/>
                    <a:pt x="454859" y="178104"/>
                    <a:pt x="487907" y="126335"/>
                  </a:cubicBezTo>
                  <a:cubicBezTo>
                    <a:pt x="511276" y="89784"/>
                    <a:pt x="522738" y="49923"/>
                    <a:pt x="515797" y="0"/>
                  </a:cubicBezTo>
                  <a:cubicBezTo>
                    <a:pt x="590872" y="44765"/>
                    <a:pt x="659261" y="88638"/>
                    <a:pt x="700779" y="163713"/>
                  </a:cubicBezTo>
                  <a:close/>
                </a:path>
              </a:pathLst>
            </a:custGeom>
            <a:solidFill>
              <a:srgbClr val="753D2C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6B75DADE-E869-5AD9-DC81-DA8C92C489F5}"/>
                </a:ext>
              </a:extLst>
            </p:cNvPr>
            <p:cNvSpPr/>
            <p:nvPr/>
          </p:nvSpPr>
          <p:spPr>
            <a:xfrm>
              <a:off x="2771606" y="3165265"/>
              <a:ext cx="240013" cy="309685"/>
            </a:xfrm>
            <a:custGeom>
              <a:avLst/>
              <a:gdLst>
                <a:gd name="connsiteX0" fmla="*/ 309215 w 309695"/>
                <a:gd name="connsiteY0" fmla="*/ 209689 h 399595"/>
                <a:gd name="connsiteX1" fmla="*/ 292277 w 309695"/>
                <a:gd name="connsiteY1" fmla="*/ 326281 h 399595"/>
                <a:gd name="connsiteX2" fmla="*/ 261903 w 309695"/>
                <a:gd name="connsiteY2" fmla="*/ 357419 h 399595"/>
                <a:gd name="connsiteX3" fmla="*/ 234204 w 309695"/>
                <a:gd name="connsiteY3" fmla="*/ 332203 h 399595"/>
                <a:gd name="connsiteX4" fmla="*/ 192304 w 309695"/>
                <a:gd name="connsiteY4" fmla="*/ 380024 h 399595"/>
                <a:gd name="connsiteX5" fmla="*/ 158683 w 309695"/>
                <a:gd name="connsiteY5" fmla="*/ 351370 h 399595"/>
                <a:gd name="connsiteX6" fmla="*/ 103794 w 309695"/>
                <a:gd name="connsiteY6" fmla="*/ 397090 h 399595"/>
                <a:gd name="connsiteX7" fmla="*/ 83289 w 309695"/>
                <a:gd name="connsiteY7" fmla="*/ 329656 h 399595"/>
                <a:gd name="connsiteX8" fmla="*/ 28973 w 309695"/>
                <a:gd name="connsiteY8" fmla="*/ 264642 h 399595"/>
                <a:gd name="connsiteX9" fmla="*/ 64314 w 309695"/>
                <a:gd name="connsiteY9" fmla="*/ 101120 h 399595"/>
                <a:gd name="connsiteX10" fmla="*/ 50241 w 309695"/>
                <a:gd name="connsiteY10" fmla="*/ 71446 h 399595"/>
                <a:gd name="connsiteX11" fmla="*/ 0 w 309695"/>
                <a:gd name="connsiteY11" fmla="*/ 44193 h 399595"/>
                <a:gd name="connsiteX12" fmla="*/ 28591 w 309695"/>
                <a:gd name="connsiteY12" fmla="*/ 16429 h 399595"/>
                <a:gd name="connsiteX13" fmla="*/ 185172 w 309695"/>
                <a:gd name="connsiteY13" fmla="*/ 32476 h 399595"/>
                <a:gd name="connsiteX14" fmla="*/ 204339 w 309695"/>
                <a:gd name="connsiteY14" fmla="*/ 42792 h 399595"/>
                <a:gd name="connsiteX15" fmla="*/ 272856 w 309695"/>
                <a:gd name="connsiteY15" fmla="*/ 96344 h 399595"/>
                <a:gd name="connsiteX16" fmla="*/ 309215 w 309695"/>
                <a:gd name="connsiteY16" fmla="*/ 209689 h 39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695" h="399595">
                  <a:moveTo>
                    <a:pt x="309215" y="209689"/>
                  </a:moveTo>
                  <a:cubicBezTo>
                    <a:pt x="308196" y="249232"/>
                    <a:pt x="299345" y="287629"/>
                    <a:pt x="292277" y="326281"/>
                  </a:cubicBezTo>
                  <a:cubicBezTo>
                    <a:pt x="289029" y="344047"/>
                    <a:pt x="278204" y="353981"/>
                    <a:pt x="261903" y="357419"/>
                  </a:cubicBezTo>
                  <a:cubicBezTo>
                    <a:pt x="244647" y="361049"/>
                    <a:pt x="242609" y="344302"/>
                    <a:pt x="234204" y="332203"/>
                  </a:cubicBezTo>
                  <a:cubicBezTo>
                    <a:pt x="227581" y="355955"/>
                    <a:pt x="218985" y="376713"/>
                    <a:pt x="192304" y="380024"/>
                  </a:cubicBezTo>
                  <a:cubicBezTo>
                    <a:pt x="173392" y="382380"/>
                    <a:pt x="168935" y="365888"/>
                    <a:pt x="158683" y="351370"/>
                  </a:cubicBezTo>
                  <a:cubicBezTo>
                    <a:pt x="148622" y="378496"/>
                    <a:pt x="139134" y="408552"/>
                    <a:pt x="103794" y="397090"/>
                  </a:cubicBezTo>
                  <a:cubicBezTo>
                    <a:pt x="68962" y="385755"/>
                    <a:pt x="78959" y="355636"/>
                    <a:pt x="83289" y="329656"/>
                  </a:cubicBezTo>
                  <a:cubicBezTo>
                    <a:pt x="34577" y="331757"/>
                    <a:pt x="19231" y="313737"/>
                    <a:pt x="28973" y="264642"/>
                  </a:cubicBezTo>
                  <a:cubicBezTo>
                    <a:pt x="39798" y="209943"/>
                    <a:pt x="51260" y="155309"/>
                    <a:pt x="64314" y="101120"/>
                  </a:cubicBezTo>
                  <a:cubicBezTo>
                    <a:pt x="68198" y="85009"/>
                    <a:pt x="64123" y="77941"/>
                    <a:pt x="50241" y="71446"/>
                  </a:cubicBezTo>
                  <a:cubicBezTo>
                    <a:pt x="32985" y="63423"/>
                    <a:pt x="16747" y="53362"/>
                    <a:pt x="0" y="44193"/>
                  </a:cubicBezTo>
                  <a:cubicBezTo>
                    <a:pt x="2165" y="27318"/>
                    <a:pt x="15155" y="21651"/>
                    <a:pt x="28591" y="16429"/>
                  </a:cubicBezTo>
                  <a:cubicBezTo>
                    <a:pt x="84436" y="-13626"/>
                    <a:pt x="135632" y="1020"/>
                    <a:pt x="185172" y="32476"/>
                  </a:cubicBezTo>
                  <a:cubicBezTo>
                    <a:pt x="191286" y="36360"/>
                    <a:pt x="197972" y="39353"/>
                    <a:pt x="204339" y="42792"/>
                  </a:cubicBezTo>
                  <a:cubicBezTo>
                    <a:pt x="228664" y="58711"/>
                    <a:pt x="252033" y="75458"/>
                    <a:pt x="272856" y="96344"/>
                  </a:cubicBezTo>
                  <a:cubicBezTo>
                    <a:pt x="304822" y="128501"/>
                    <a:pt x="311762" y="167216"/>
                    <a:pt x="309215" y="209689"/>
                  </a:cubicBezTo>
                  <a:close/>
                </a:path>
              </a:pathLst>
            </a:custGeom>
            <a:solidFill>
              <a:srgbClr val="FEC8B2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DB631AA8-8C25-4993-19E3-BC284EA348F1}"/>
                </a:ext>
              </a:extLst>
            </p:cNvPr>
            <p:cNvSpPr/>
            <p:nvPr/>
          </p:nvSpPr>
          <p:spPr>
            <a:xfrm>
              <a:off x="1488169" y="4012940"/>
              <a:ext cx="231900" cy="258970"/>
            </a:xfrm>
            <a:custGeom>
              <a:avLst/>
              <a:gdLst>
                <a:gd name="connsiteX0" fmla="*/ 1730 w 299227"/>
                <a:gd name="connsiteY0" fmla="*/ 94369 h 334156"/>
                <a:gd name="connsiteX1" fmla="*/ 182445 w 299227"/>
                <a:gd name="connsiteY1" fmla="*/ 0 h 334156"/>
                <a:gd name="connsiteX2" fmla="*/ 290759 w 299227"/>
                <a:gd name="connsiteY2" fmla="*/ 132384 h 334156"/>
                <a:gd name="connsiteX3" fmla="*/ 287002 w 299227"/>
                <a:gd name="connsiteY3" fmla="*/ 268716 h 334156"/>
                <a:gd name="connsiteX4" fmla="*/ 274840 w 299227"/>
                <a:gd name="connsiteY4" fmla="*/ 278777 h 334156"/>
                <a:gd name="connsiteX5" fmla="*/ 166016 w 299227"/>
                <a:gd name="connsiteY5" fmla="*/ 330865 h 334156"/>
                <a:gd name="connsiteX6" fmla="*/ 133350 w 299227"/>
                <a:gd name="connsiteY6" fmla="*/ 326663 h 334156"/>
                <a:gd name="connsiteX7" fmla="*/ 81008 w 299227"/>
                <a:gd name="connsiteY7" fmla="*/ 308069 h 334156"/>
                <a:gd name="connsiteX8" fmla="*/ 23125 w 299227"/>
                <a:gd name="connsiteY8" fmla="*/ 263368 h 334156"/>
                <a:gd name="connsiteX9" fmla="*/ 1730 w 299227"/>
                <a:gd name="connsiteY9" fmla="*/ 94369 h 334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9227" h="334156">
                  <a:moveTo>
                    <a:pt x="1730" y="94369"/>
                  </a:moveTo>
                  <a:cubicBezTo>
                    <a:pt x="73494" y="116083"/>
                    <a:pt x="164106" y="68771"/>
                    <a:pt x="182445" y="0"/>
                  </a:cubicBezTo>
                  <a:cubicBezTo>
                    <a:pt x="226955" y="37378"/>
                    <a:pt x="268090" y="81061"/>
                    <a:pt x="290759" y="132384"/>
                  </a:cubicBezTo>
                  <a:cubicBezTo>
                    <a:pt x="308461" y="172437"/>
                    <a:pt x="294007" y="223124"/>
                    <a:pt x="287002" y="268716"/>
                  </a:cubicBezTo>
                  <a:cubicBezTo>
                    <a:pt x="286429" y="272665"/>
                    <a:pt x="279552" y="276485"/>
                    <a:pt x="274840" y="278777"/>
                  </a:cubicBezTo>
                  <a:cubicBezTo>
                    <a:pt x="238672" y="296352"/>
                    <a:pt x="203458" y="315774"/>
                    <a:pt x="166016" y="330865"/>
                  </a:cubicBezTo>
                  <a:cubicBezTo>
                    <a:pt x="153026" y="336087"/>
                    <a:pt x="142583" y="335386"/>
                    <a:pt x="133350" y="326663"/>
                  </a:cubicBezTo>
                  <a:cubicBezTo>
                    <a:pt x="118386" y="312526"/>
                    <a:pt x="101512" y="308324"/>
                    <a:pt x="81008" y="308069"/>
                  </a:cubicBezTo>
                  <a:cubicBezTo>
                    <a:pt x="52226" y="307750"/>
                    <a:pt x="34587" y="283935"/>
                    <a:pt x="23125" y="263368"/>
                  </a:cubicBezTo>
                  <a:cubicBezTo>
                    <a:pt x="-6039" y="210962"/>
                    <a:pt x="-53" y="151933"/>
                    <a:pt x="1730" y="94369"/>
                  </a:cubicBezTo>
                  <a:close/>
                </a:path>
              </a:pathLst>
            </a:custGeom>
            <a:solidFill>
              <a:srgbClr val="FEC8B2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6F0CCD69-0686-302E-0C46-ED5BD7B05159}"/>
                </a:ext>
              </a:extLst>
            </p:cNvPr>
            <p:cNvSpPr/>
            <p:nvPr/>
          </p:nvSpPr>
          <p:spPr>
            <a:xfrm>
              <a:off x="2505901" y="3078695"/>
              <a:ext cx="597876" cy="826425"/>
            </a:xfrm>
            <a:custGeom>
              <a:avLst/>
              <a:gdLst>
                <a:gd name="connsiteX0" fmla="*/ 64197 w 771456"/>
                <a:gd name="connsiteY0" fmla="*/ 5046 h 1066360"/>
                <a:gd name="connsiteX1" fmla="*/ 46304 w 771456"/>
                <a:gd name="connsiteY1" fmla="*/ 30644 h 1066360"/>
                <a:gd name="connsiteX2" fmla="*/ 62669 w 771456"/>
                <a:gd name="connsiteY2" fmla="*/ 616535 h 1066360"/>
                <a:gd name="connsiteX3" fmla="*/ 109980 w 771456"/>
                <a:gd name="connsiteY3" fmla="*/ 694094 h 1066360"/>
                <a:gd name="connsiteX4" fmla="*/ 743884 w 771456"/>
                <a:gd name="connsiteY4" fmla="*/ 1026296 h 1066360"/>
                <a:gd name="connsiteX5" fmla="*/ 771456 w 771456"/>
                <a:gd name="connsiteY5" fmla="*/ 1029989 h 1066360"/>
                <a:gd name="connsiteX6" fmla="*/ 705168 w 771456"/>
                <a:gd name="connsiteY6" fmla="*/ 1057371 h 1066360"/>
                <a:gd name="connsiteX7" fmla="*/ 47704 w 771456"/>
                <a:gd name="connsiteY7" fmla="*/ 714789 h 1066360"/>
                <a:gd name="connsiteX8" fmla="*/ 28092 w 771456"/>
                <a:gd name="connsiteY8" fmla="*/ 666076 h 1066360"/>
                <a:gd name="connsiteX9" fmla="*/ 11 w 771456"/>
                <a:gd name="connsiteY9" fmla="*/ 50639 h 1066360"/>
                <a:gd name="connsiteX10" fmla="*/ 34205 w 771456"/>
                <a:gd name="connsiteY10" fmla="*/ 3136 h 1066360"/>
                <a:gd name="connsiteX11" fmla="*/ 64197 w 771456"/>
                <a:gd name="connsiteY11" fmla="*/ 5046 h 106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1456" h="1066360">
                  <a:moveTo>
                    <a:pt x="64197" y="5046"/>
                  </a:moveTo>
                  <a:cubicBezTo>
                    <a:pt x="50825" y="4346"/>
                    <a:pt x="46304" y="18355"/>
                    <a:pt x="46304" y="30644"/>
                  </a:cubicBezTo>
                  <a:cubicBezTo>
                    <a:pt x="46240" y="131954"/>
                    <a:pt x="61841" y="526114"/>
                    <a:pt x="62669" y="616535"/>
                  </a:cubicBezTo>
                  <a:cubicBezTo>
                    <a:pt x="62987" y="652959"/>
                    <a:pt x="75277" y="676392"/>
                    <a:pt x="109980" y="694094"/>
                  </a:cubicBezTo>
                  <a:cubicBezTo>
                    <a:pt x="272102" y="776555"/>
                    <a:pt x="693834" y="999679"/>
                    <a:pt x="743884" y="1026296"/>
                  </a:cubicBezTo>
                  <a:cubicBezTo>
                    <a:pt x="752480" y="1030881"/>
                    <a:pt x="761077" y="1038140"/>
                    <a:pt x="771456" y="1029989"/>
                  </a:cubicBezTo>
                  <a:cubicBezTo>
                    <a:pt x="760376" y="1066222"/>
                    <a:pt x="739808" y="1075455"/>
                    <a:pt x="705168" y="1057371"/>
                  </a:cubicBezTo>
                  <a:cubicBezTo>
                    <a:pt x="547122" y="974845"/>
                    <a:pt x="101957" y="738922"/>
                    <a:pt x="47704" y="714789"/>
                  </a:cubicBezTo>
                  <a:cubicBezTo>
                    <a:pt x="33568" y="701608"/>
                    <a:pt x="28283" y="685625"/>
                    <a:pt x="28092" y="666076"/>
                  </a:cubicBezTo>
                  <a:cubicBezTo>
                    <a:pt x="27774" y="627870"/>
                    <a:pt x="-626" y="86107"/>
                    <a:pt x="11" y="50639"/>
                  </a:cubicBezTo>
                  <a:cubicBezTo>
                    <a:pt x="393" y="27015"/>
                    <a:pt x="12109" y="10586"/>
                    <a:pt x="34205" y="3136"/>
                  </a:cubicBezTo>
                  <a:cubicBezTo>
                    <a:pt x="38726" y="-1321"/>
                    <a:pt x="45094" y="-1321"/>
                    <a:pt x="64197" y="5046"/>
                  </a:cubicBezTo>
                  <a:close/>
                </a:path>
              </a:pathLst>
            </a:custGeom>
            <a:solidFill>
              <a:srgbClr val="A54622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24A85F31-1F5A-83BB-1AED-F260F3AC67EC}"/>
                </a:ext>
              </a:extLst>
            </p:cNvPr>
            <p:cNvSpPr/>
            <p:nvPr/>
          </p:nvSpPr>
          <p:spPr>
            <a:xfrm>
              <a:off x="1632721" y="2475091"/>
              <a:ext cx="78006" cy="37366"/>
            </a:xfrm>
            <a:custGeom>
              <a:avLst/>
              <a:gdLst>
                <a:gd name="connsiteX0" fmla="*/ 0 w 100653"/>
                <a:gd name="connsiteY0" fmla="*/ 9837 h 48215"/>
                <a:gd name="connsiteX1" fmla="*/ 81124 w 100653"/>
                <a:gd name="connsiteY1" fmla="*/ 859 h 48215"/>
                <a:gd name="connsiteX2" fmla="*/ 91631 w 100653"/>
                <a:gd name="connsiteY2" fmla="*/ 13658 h 48215"/>
                <a:gd name="connsiteX3" fmla="*/ 99909 w 100653"/>
                <a:gd name="connsiteY3" fmla="*/ 47597 h 48215"/>
                <a:gd name="connsiteX4" fmla="*/ 0 w 100653"/>
                <a:gd name="connsiteY4" fmla="*/ 9837 h 48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53" h="48215">
                  <a:moveTo>
                    <a:pt x="0" y="9837"/>
                  </a:moveTo>
                  <a:cubicBezTo>
                    <a:pt x="26744" y="4870"/>
                    <a:pt x="54889" y="15504"/>
                    <a:pt x="81124" y="859"/>
                  </a:cubicBezTo>
                  <a:cubicBezTo>
                    <a:pt x="88447" y="-3217"/>
                    <a:pt x="89848" y="8245"/>
                    <a:pt x="91631" y="13658"/>
                  </a:cubicBezTo>
                  <a:cubicBezTo>
                    <a:pt x="95261" y="24737"/>
                    <a:pt x="103093" y="34862"/>
                    <a:pt x="99909" y="47597"/>
                  </a:cubicBezTo>
                  <a:cubicBezTo>
                    <a:pt x="60429" y="51482"/>
                    <a:pt x="27891" y="36836"/>
                    <a:pt x="0" y="9837"/>
                  </a:cubicBezTo>
                  <a:close/>
                </a:path>
              </a:pathLst>
            </a:custGeom>
            <a:solidFill>
              <a:srgbClr val="763F2E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64327B47-D8F5-661B-62CC-5C694692A0BC}"/>
                </a:ext>
              </a:extLst>
            </p:cNvPr>
            <p:cNvSpPr/>
            <p:nvPr/>
          </p:nvSpPr>
          <p:spPr>
            <a:xfrm>
              <a:off x="1978265" y="1793876"/>
              <a:ext cx="82857" cy="204030"/>
            </a:xfrm>
            <a:custGeom>
              <a:avLst/>
              <a:gdLst>
                <a:gd name="connsiteX0" fmla="*/ 106914 w 106913"/>
                <a:gd name="connsiteY0" fmla="*/ 261802 h 263266"/>
                <a:gd name="connsiteX1" fmla="*/ 104558 w 106913"/>
                <a:gd name="connsiteY1" fmla="*/ 263266 h 263266"/>
                <a:gd name="connsiteX2" fmla="*/ 0 w 106913"/>
                <a:gd name="connsiteY2" fmla="*/ 39187 h 263266"/>
                <a:gd name="connsiteX3" fmla="*/ 12735 w 106913"/>
                <a:gd name="connsiteY3" fmla="*/ 981 h 263266"/>
                <a:gd name="connsiteX4" fmla="*/ 106914 w 106913"/>
                <a:gd name="connsiteY4" fmla="*/ 261802 h 263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913" h="263266">
                  <a:moveTo>
                    <a:pt x="106914" y="261802"/>
                  </a:moveTo>
                  <a:cubicBezTo>
                    <a:pt x="106149" y="262311"/>
                    <a:pt x="105322" y="262757"/>
                    <a:pt x="104558" y="263266"/>
                  </a:cubicBezTo>
                  <a:cubicBezTo>
                    <a:pt x="77941" y="205575"/>
                    <a:pt x="15856" y="100763"/>
                    <a:pt x="0" y="39187"/>
                  </a:cubicBezTo>
                  <a:cubicBezTo>
                    <a:pt x="6368" y="20084"/>
                    <a:pt x="9870" y="-5323"/>
                    <a:pt x="12735" y="981"/>
                  </a:cubicBezTo>
                  <a:cubicBezTo>
                    <a:pt x="44574" y="70962"/>
                    <a:pt x="92586" y="212325"/>
                    <a:pt x="106914" y="261802"/>
                  </a:cubicBezTo>
                  <a:close/>
                </a:path>
              </a:pathLst>
            </a:custGeom>
            <a:solidFill>
              <a:srgbClr val="915E4E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B4905838-EE78-6A7C-D676-9747F49DC9B6}"/>
                </a:ext>
              </a:extLst>
            </p:cNvPr>
            <p:cNvSpPr/>
            <p:nvPr/>
          </p:nvSpPr>
          <p:spPr>
            <a:xfrm>
              <a:off x="2052850" y="2747030"/>
              <a:ext cx="347294" cy="781200"/>
            </a:xfrm>
            <a:custGeom>
              <a:avLst/>
              <a:gdLst>
                <a:gd name="connsiteX0" fmla="*/ 415214 w 448123"/>
                <a:gd name="connsiteY0" fmla="*/ 1008005 h 1008004"/>
                <a:gd name="connsiteX1" fmla="*/ 298749 w 448123"/>
                <a:gd name="connsiteY1" fmla="*/ 963495 h 1008004"/>
                <a:gd name="connsiteX2" fmla="*/ 273087 w 448123"/>
                <a:gd name="connsiteY2" fmla="*/ 934840 h 1008004"/>
                <a:gd name="connsiteX3" fmla="*/ 29714 w 448123"/>
                <a:gd name="connsiteY3" fmla="*/ 116465 h 1008004"/>
                <a:gd name="connsiteX4" fmla="*/ 5326 w 448123"/>
                <a:gd name="connsiteY4" fmla="*/ 86218 h 1008004"/>
                <a:gd name="connsiteX5" fmla="*/ 486 w 448123"/>
                <a:gd name="connsiteY5" fmla="*/ 72719 h 1008004"/>
                <a:gd name="connsiteX6" fmla="*/ 5644 w 448123"/>
                <a:gd name="connsiteY6" fmla="*/ 0 h 1008004"/>
                <a:gd name="connsiteX7" fmla="*/ 52701 w 448123"/>
                <a:gd name="connsiteY7" fmla="*/ 33367 h 1008004"/>
                <a:gd name="connsiteX8" fmla="*/ 65946 w 448123"/>
                <a:gd name="connsiteY8" fmla="*/ 64059 h 1008004"/>
                <a:gd name="connsiteX9" fmla="*/ 72059 w 448123"/>
                <a:gd name="connsiteY9" fmla="*/ 91695 h 1008004"/>
                <a:gd name="connsiteX10" fmla="*/ 437946 w 448123"/>
                <a:gd name="connsiteY10" fmla="*/ 866324 h 1008004"/>
                <a:gd name="connsiteX11" fmla="*/ 441258 w 448123"/>
                <a:gd name="connsiteY11" fmla="*/ 936751 h 1008004"/>
                <a:gd name="connsiteX12" fmla="*/ 415214 w 448123"/>
                <a:gd name="connsiteY12" fmla="*/ 1008005 h 100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8123" h="1008004">
                  <a:moveTo>
                    <a:pt x="415214" y="1008005"/>
                  </a:moveTo>
                  <a:cubicBezTo>
                    <a:pt x="375670" y="992786"/>
                    <a:pt x="337464" y="977440"/>
                    <a:pt x="298749" y="963495"/>
                  </a:cubicBezTo>
                  <a:cubicBezTo>
                    <a:pt x="284167" y="958273"/>
                    <a:pt x="277417" y="949486"/>
                    <a:pt x="273087" y="934840"/>
                  </a:cubicBezTo>
                  <a:cubicBezTo>
                    <a:pt x="192345" y="661921"/>
                    <a:pt x="111220" y="389193"/>
                    <a:pt x="29714" y="116465"/>
                  </a:cubicBezTo>
                  <a:cubicBezTo>
                    <a:pt x="25957" y="103921"/>
                    <a:pt x="27549" y="85773"/>
                    <a:pt x="5326" y="86218"/>
                  </a:cubicBezTo>
                  <a:cubicBezTo>
                    <a:pt x="-1233" y="86346"/>
                    <a:pt x="-151" y="78195"/>
                    <a:pt x="486" y="72719"/>
                  </a:cubicBezTo>
                  <a:cubicBezTo>
                    <a:pt x="3288" y="50114"/>
                    <a:pt x="2397" y="26681"/>
                    <a:pt x="5644" y="0"/>
                  </a:cubicBezTo>
                  <a:cubicBezTo>
                    <a:pt x="21627" y="9743"/>
                    <a:pt x="37482" y="19103"/>
                    <a:pt x="52701" y="33367"/>
                  </a:cubicBezTo>
                  <a:cubicBezTo>
                    <a:pt x="65692" y="45529"/>
                    <a:pt x="82056" y="44574"/>
                    <a:pt x="65946" y="64059"/>
                  </a:cubicBezTo>
                  <a:cubicBezTo>
                    <a:pt x="57859" y="73801"/>
                    <a:pt x="68048" y="83162"/>
                    <a:pt x="72059" y="91695"/>
                  </a:cubicBezTo>
                  <a:cubicBezTo>
                    <a:pt x="193682" y="350032"/>
                    <a:pt x="315305" y="608433"/>
                    <a:pt x="437946" y="866324"/>
                  </a:cubicBezTo>
                  <a:cubicBezTo>
                    <a:pt x="449536" y="890712"/>
                    <a:pt x="452019" y="912108"/>
                    <a:pt x="441258" y="936751"/>
                  </a:cubicBezTo>
                  <a:cubicBezTo>
                    <a:pt x="431133" y="959993"/>
                    <a:pt x="423746" y="984445"/>
                    <a:pt x="415214" y="1008005"/>
                  </a:cubicBezTo>
                  <a:close/>
                </a:path>
              </a:pathLst>
            </a:custGeom>
            <a:solidFill>
              <a:srgbClr val="445263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3794ECF0-F3D8-3F4D-0FFD-466FA20F2B97}"/>
                </a:ext>
              </a:extLst>
            </p:cNvPr>
            <p:cNvSpPr/>
            <p:nvPr/>
          </p:nvSpPr>
          <p:spPr>
            <a:xfrm>
              <a:off x="2471608" y="3201044"/>
              <a:ext cx="55965" cy="309454"/>
            </a:xfrm>
            <a:custGeom>
              <a:avLst/>
              <a:gdLst>
                <a:gd name="connsiteX0" fmla="*/ 3888 w 72213"/>
                <a:gd name="connsiteY0" fmla="*/ 251969 h 399297"/>
                <a:gd name="connsiteX1" fmla="*/ 1023 w 72213"/>
                <a:gd name="connsiteY1" fmla="*/ 129328 h 399297"/>
                <a:gd name="connsiteX2" fmla="*/ 13440 w 72213"/>
                <a:gd name="connsiteY2" fmla="*/ 67625 h 399297"/>
                <a:gd name="connsiteX3" fmla="*/ 15477 w 72213"/>
                <a:gd name="connsiteY3" fmla="*/ 41263 h 399297"/>
                <a:gd name="connsiteX4" fmla="*/ 57249 w 72213"/>
                <a:gd name="connsiteY4" fmla="*/ 0 h 399297"/>
                <a:gd name="connsiteX5" fmla="*/ 72213 w 72213"/>
                <a:gd name="connsiteY5" fmla="*/ 399254 h 399297"/>
                <a:gd name="connsiteX6" fmla="*/ 33625 w 72213"/>
                <a:gd name="connsiteY6" fmla="*/ 361239 h 399297"/>
                <a:gd name="connsiteX7" fmla="*/ 18216 w 72213"/>
                <a:gd name="connsiteY7" fmla="*/ 330610 h 399297"/>
                <a:gd name="connsiteX8" fmla="*/ 10638 w 72213"/>
                <a:gd name="connsiteY8" fmla="*/ 311507 h 399297"/>
                <a:gd name="connsiteX9" fmla="*/ 3888 w 72213"/>
                <a:gd name="connsiteY9" fmla="*/ 251969 h 39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213" h="399297">
                  <a:moveTo>
                    <a:pt x="3888" y="251969"/>
                  </a:moveTo>
                  <a:cubicBezTo>
                    <a:pt x="2869" y="211089"/>
                    <a:pt x="1532" y="170208"/>
                    <a:pt x="1023" y="129328"/>
                  </a:cubicBezTo>
                  <a:cubicBezTo>
                    <a:pt x="768" y="108123"/>
                    <a:pt x="-4899" y="86155"/>
                    <a:pt x="13440" y="67625"/>
                  </a:cubicBezTo>
                  <a:cubicBezTo>
                    <a:pt x="18216" y="62785"/>
                    <a:pt x="15796" y="50241"/>
                    <a:pt x="15477" y="41263"/>
                  </a:cubicBezTo>
                  <a:cubicBezTo>
                    <a:pt x="14713" y="18275"/>
                    <a:pt x="33880" y="1783"/>
                    <a:pt x="57249" y="0"/>
                  </a:cubicBezTo>
                  <a:cubicBezTo>
                    <a:pt x="63744" y="70045"/>
                    <a:pt x="68902" y="334622"/>
                    <a:pt x="72213" y="399254"/>
                  </a:cubicBezTo>
                  <a:cubicBezTo>
                    <a:pt x="45979" y="400146"/>
                    <a:pt x="33562" y="387283"/>
                    <a:pt x="33625" y="361239"/>
                  </a:cubicBezTo>
                  <a:cubicBezTo>
                    <a:pt x="33689" y="348695"/>
                    <a:pt x="35599" y="335577"/>
                    <a:pt x="18216" y="330610"/>
                  </a:cubicBezTo>
                  <a:cubicBezTo>
                    <a:pt x="10447" y="328382"/>
                    <a:pt x="10447" y="318894"/>
                    <a:pt x="10638" y="311507"/>
                  </a:cubicBezTo>
                  <a:cubicBezTo>
                    <a:pt x="11147" y="291385"/>
                    <a:pt x="8282" y="271582"/>
                    <a:pt x="3888" y="251969"/>
                  </a:cubicBezTo>
                  <a:close/>
                </a:path>
              </a:pathLst>
            </a:custGeom>
            <a:solidFill>
              <a:srgbClr val="C6C6C6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A94B4278-9EC7-C9AF-1A0D-FB81C5A7AA91}"/>
                </a:ext>
              </a:extLst>
            </p:cNvPr>
            <p:cNvSpPr/>
            <p:nvPr/>
          </p:nvSpPr>
          <p:spPr>
            <a:xfrm>
              <a:off x="1690187" y="2084199"/>
              <a:ext cx="117255" cy="79108"/>
            </a:xfrm>
            <a:custGeom>
              <a:avLst/>
              <a:gdLst>
                <a:gd name="connsiteX0" fmla="*/ 116499 w 151298"/>
                <a:gd name="connsiteY0" fmla="*/ 45809 h 102075"/>
                <a:gd name="connsiteX1" fmla="*/ 46518 w 151298"/>
                <a:gd name="connsiteY1" fmla="*/ 82615 h 102075"/>
                <a:gd name="connsiteX2" fmla="*/ 12196 w 151298"/>
                <a:gd name="connsiteY2" fmla="*/ 98343 h 102075"/>
                <a:gd name="connsiteX3" fmla="*/ 8375 w 151298"/>
                <a:gd name="connsiteY3" fmla="*/ 58354 h 102075"/>
                <a:gd name="connsiteX4" fmla="*/ 115989 w 151298"/>
                <a:gd name="connsiteY4" fmla="*/ 26 h 102075"/>
                <a:gd name="connsiteX5" fmla="*/ 151266 w 151298"/>
                <a:gd name="connsiteY5" fmla="*/ 24796 h 102075"/>
                <a:gd name="connsiteX6" fmla="*/ 116499 w 151298"/>
                <a:gd name="connsiteY6" fmla="*/ 45809 h 10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298" h="102075">
                  <a:moveTo>
                    <a:pt x="116499" y="45809"/>
                  </a:moveTo>
                  <a:cubicBezTo>
                    <a:pt x="84660" y="44345"/>
                    <a:pt x="61673" y="56634"/>
                    <a:pt x="46518" y="82615"/>
                  </a:cubicBezTo>
                  <a:cubicBezTo>
                    <a:pt x="38558" y="96241"/>
                    <a:pt x="29771" y="108467"/>
                    <a:pt x="12196" y="98343"/>
                  </a:cubicBezTo>
                  <a:cubicBezTo>
                    <a:pt x="-6461" y="87518"/>
                    <a:pt x="-348" y="72490"/>
                    <a:pt x="8375" y="58354"/>
                  </a:cubicBezTo>
                  <a:cubicBezTo>
                    <a:pt x="33082" y="18428"/>
                    <a:pt x="69569" y="-802"/>
                    <a:pt x="115989" y="26"/>
                  </a:cubicBezTo>
                  <a:cubicBezTo>
                    <a:pt x="132036" y="280"/>
                    <a:pt x="152221" y="1681"/>
                    <a:pt x="151266" y="24796"/>
                  </a:cubicBezTo>
                  <a:cubicBezTo>
                    <a:pt x="150247" y="47529"/>
                    <a:pt x="132545" y="48356"/>
                    <a:pt x="116499" y="45809"/>
                  </a:cubicBezTo>
                  <a:close/>
                </a:path>
              </a:pathLst>
            </a:custGeom>
            <a:solidFill>
              <a:srgbClr val="743D2C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53F2B475-D80B-4A79-FB38-B3039AE5DF4D}"/>
                </a:ext>
              </a:extLst>
            </p:cNvPr>
            <p:cNvSpPr/>
            <p:nvPr/>
          </p:nvSpPr>
          <p:spPr>
            <a:xfrm>
              <a:off x="1913901" y="2000929"/>
              <a:ext cx="116735" cy="78595"/>
            </a:xfrm>
            <a:custGeom>
              <a:avLst/>
              <a:gdLst>
                <a:gd name="connsiteX0" fmla="*/ 115400 w 150626"/>
                <a:gd name="connsiteY0" fmla="*/ 44495 h 101413"/>
                <a:gd name="connsiteX1" fmla="*/ 46565 w 150626"/>
                <a:gd name="connsiteY1" fmla="*/ 82256 h 101413"/>
                <a:gd name="connsiteX2" fmla="*/ 11925 w 150626"/>
                <a:gd name="connsiteY2" fmla="*/ 97793 h 101413"/>
                <a:gd name="connsiteX3" fmla="*/ 8804 w 150626"/>
                <a:gd name="connsiteY3" fmla="*/ 57485 h 101413"/>
                <a:gd name="connsiteX4" fmla="*/ 119984 w 150626"/>
                <a:gd name="connsiteY4" fmla="*/ 176 h 101413"/>
                <a:gd name="connsiteX5" fmla="*/ 150485 w 150626"/>
                <a:gd name="connsiteY5" fmla="*/ 26411 h 101413"/>
                <a:gd name="connsiteX6" fmla="*/ 115400 w 150626"/>
                <a:gd name="connsiteY6" fmla="*/ 44495 h 10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626" h="101413">
                  <a:moveTo>
                    <a:pt x="115400" y="44495"/>
                  </a:moveTo>
                  <a:cubicBezTo>
                    <a:pt x="86936" y="43731"/>
                    <a:pt x="62038" y="55066"/>
                    <a:pt x="46565" y="82256"/>
                  </a:cubicBezTo>
                  <a:cubicBezTo>
                    <a:pt x="38223" y="96901"/>
                    <a:pt x="28417" y="107217"/>
                    <a:pt x="11925" y="97793"/>
                  </a:cubicBezTo>
                  <a:cubicBezTo>
                    <a:pt x="-6860" y="87095"/>
                    <a:pt x="81" y="71240"/>
                    <a:pt x="8804" y="57485"/>
                  </a:cubicBezTo>
                  <a:cubicBezTo>
                    <a:pt x="34594" y="16859"/>
                    <a:pt x="71972" y="-2053"/>
                    <a:pt x="119984" y="176"/>
                  </a:cubicBezTo>
                  <a:cubicBezTo>
                    <a:pt x="136859" y="940"/>
                    <a:pt x="152268" y="4952"/>
                    <a:pt x="150485" y="26411"/>
                  </a:cubicBezTo>
                  <a:cubicBezTo>
                    <a:pt x="148830" y="47233"/>
                    <a:pt x="133420" y="46979"/>
                    <a:pt x="115400" y="44495"/>
                  </a:cubicBezTo>
                  <a:close/>
                </a:path>
              </a:pathLst>
            </a:custGeom>
            <a:solidFill>
              <a:srgbClr val="743C2B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5C9B9C29-1A40-CD7E-3DBE-14064F59B3EB}"/>
                </a:ext>
              </a:extLst>
            </p:cNvPr>
            <p:cNvSpPr/>
            <p:nvPr/>
          </p:nvSpPr>
          <p:spPr>
            <a:xfrm>
              <a:off x="1772275" y="2184094"/>
              <a:ext cx="66382" cy="108211"/>
            </a:xfrm>
            <a:custGeom>
              <a:avLst/>
              <a:gdLst>
                <a:gd name="connsiteX0" fmla="*/ 80178 w 85654"/>
                <a:gd name="connsiteY0" fmla="*/ 126791 h 139628"/>
                <a:gd name="connsiteX1" fmla="*/ 41399 w 85654"/>
                <a:gd name="connsiteY1" fmla="*/ 131376 h 139628"/>
                <a:gd name="connsiteX2" fmla="*/ 2619 w 85654"/>
                <a:gd name="connsiteY2" fmla="*/ 23953 h 139628"/>
                <a:gd name="connsiteX3" fmla="*/ 48785 w 85654"/>
                <a:gd name="connsiteY3" fmla="*/ 8034 h 139628"/>
                <a:gd name="connsiteX4" fmla="*/ 85654 w 85654"/>
                <a:gd name="connsiteY4" fmla="*/ 72284 h 139628"/>
                <a:gd name="connsiteX5" fmla="*/ 76421 w 85654"/>
                <a:gd name="connsiteY5" fmla="*/ 78206 h 139628"/>
                <a:gd name="connsiteX6" fmla="*/ 71900 w 85654"/>
                <a:gd name="connsiteY6" fmla="*/ 119532 h 139628"/>
                <a:gd name="connsiteX7" fmla="*/ 80178 w 85654"/>
                <a:gd name="connsiteY7" fmla="*/ 126791 h 139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654" h="139628">
                  <a:moveTo>
                    <a:pt x="80178" y="126791"/>
                  </a:moveTo>
                  <a:cubicBezTo>
                    <a:pt x="69416" y="146468"/>
                    <a:pt x="54580" y="139782"/>
                    <a:pt x="41399" y="131376"/>
                  </a:cubicBezTo>
                  <a:cubicBezTo>
                    <a:pt x="12171" y="112719"/>
                    <a:pt x="-7314" y="57065"/>
                    <a:pt x="2619" y="23953"/>
                  </a:cubicBezTo>
                  <a:cubicBezTo>
                    <a:pt x="9878" y="-180"/>
                    <a:pt x="28408" y="-7185"/>
                    <a:pt x="48785" y="8034"/>
                  </a:cubicBezTo>
                  <a:cubicBezTo>
                    <a:pt x="69989" y="23890"/>
                    <a:pt x="82980" y="45349"/>
                    <a:pt x="85654" y="72284"/>
                  </a:cubicBezTo>
                  <a:cubicBezTo>
                    <a:pt x="82725" y="74513"/>
                    <a:pt x="79668" y="76423"/>
                    <a:pt x="76421" y="78206"/>
                  </a:cubicBezTo>
                  <a:cubicBezTo>
                    <a:pt x="50313" y="92724"/>
                    <a:pt x="49358" y="101384"/>
                    <a:pt x="71900" y="119532"/>
                  </a:cubicBezTo>
                  <a:cubicBezTo>
                    <a:pt x="74765" y="121888"/>
                    <a:pt x="77631" y="124117"/>
                    <a:pt x="80178" y="126791"/>
                  </a:cubicBezTo>
                  <a:close/>
                </a:path>
              </a:pathLst>
            </a:custGeom>
            <a:solidFill>
              <a:srgbClr val="522723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BE9D4756-2A49-18B1-C4BD-6899534AA1A0}"/>
                </a:ext>
              </a:extLst>
            </p:cNvPr>
            <p:cNvSpPr/>
            <p:nvPr/>
          </p:nvSpPr>
          <p:spPr>
            <a:xfrm>
              <a:off x="1850402" y="2450045"/>
              <a:ext cx="158164" cy="51520"/>
            </a:xfrm>
            <a:custGeom>
              <a:avLst/>
              <a:gdLst>
                <a:gd name="connsiteX0" fmla="*/ 0 w 204084"/>
                <a:gd name="connsiteY0" fmla="*/ 33621 h 66478"/>
                <a:gd name="connsiteX1" fmla="*/ 204085 w 204084"/>
                <a:gd name="connsiteY1" fmla="*/ 0 h 66478"/>
                <a:gd name="connsiteX2" fmla="*/ 0 w 204084"/>
                <a:gd name="connsiteY2" fmla="*/ 33621 h 6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4084" h="66478">
                  <a:moveTo>
                    <a:pt x="0" y="33621"/>
                  </a:moveTo>
                  <a:cubicBezTo>
                    <a:pt x="73547" y="54698"/>
                    <a:pt x="141426" y="43428"/>
                    <a:pt x="204085" y="0"/>
                  </a:cubicBezTo>
                  <a:cubicBezTo>
                    <a:pt x="167025" y="68198"/>
                    <a:pt x="73674" y="91567"/>
                    <a:pt x="0" y="33621"/>
                  </a:cubicBezTo>
                  <a:close/>
                </a:path>
              </a:pathLst>
            </a:custGeom>
            <a:solidFill>
              <a:srgbClr val="E7948B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3531BF38-E213-A6F2-DAE5-E1175104033C}"/>
                </a:ext>
              </a:extLst>
            </p:cNvPr>
            <p:cNvSpPr/>
            <p:nvPr/>
          </p:nvSpPr>
          <p:spPr>
            <a:xfrm>
              <a:off x="1809683" y="2239688"/>
              <a:ext cx="31319" cy="42686"/>
            </a:xfrm>
            <a:custGeom>
              <a:avLst/>
              <a:gdLst>
                <a:gd name="connsiteX0" fmla="*/ 31908 w 40412"/>
                <a:gd name="connsiteY0" fmla="*/ 55056 h 55079"/>
                <a:gd name="connsiteX1" fmla="*/ 70 w 40412"/>
                <a:gd name="connsiteY1" fmla="*/ 26210 h 55079"/>
                <a:gd name="connsiteX2" fmla="*/ 37385 w 40412"/>
                <a:gd name="connsiteY2" fmla="*/ 549 h 55079"/>
                <a:gd name="connsiteX3" fmla="*/ 31908 w 40412"/>
                <a:gd name="connsiteY3" fmla="*/ 55056 h 5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412" h="55079">
                  <a:moveTo>
                    <a:pt x="31908" y="55056"/>
                  </a:moveTo>
                  <a:cubicBezTo>
                    <a:pt x="11977" y="55629"/>
                    <a:pt x="-1076" y="45759"/>
                    <a:pt x="70" y="26210"/>
                  </a:cubicBezTo>
                  <a:cubicBezTo>
                    <a:pt x="1343" y="4751"/>
                    <a:pt x="17135" y="-2126"/>
                    <a:pt x="37385" y="549"/>
                  </a:cubicBezTo>
                  <a:cubicBezTo>
                    <a:pt x="41842" y="19333"/>
                    <a:pt x="42415" y="37736"/>
                    <a:pt x="31908" y="55056"/>
                  </a:cubicBezTo>
                  <a:close/>
                </a:path>
              </a:pathLst>
            </a:custGeom>
            <a:solidFill>
              <a:srgbClr val="FBFAFA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108064B8-ABA4-9A73-3B44-B6A41450D69F}"/>
                </a:ext>
              </a:extLst>
            </p:cNvPr>
            <p:cNvSpPr/>
            <p:nvPr/>
          </p:nvSpPr>
          <p:spPr>
            <a:xfrm>
              <a:off x="1422914" y="3905596"/>
              <a:ext cx="165491" cy="67284"/>
            </a:xfrm>
            <a:custGeom>
              <a:avLst/>
              <a:gdLst>
                <a:gd name="connsiteX0" fmla="*/ 213475 w 213538"/>
                <a:gd name="connsiteY0" fmla="*/ 10582 h 86818"/>
                <a:gd name="connsiteX1" fmla="*/ 65999 w 213538"/>
                <a:gd name="connsiteY1" fmla="*/ 85403 h 86818"/>
                <a:gd name="connsiteX2" fmla="*/ 157 w 213538"/>
                <a:gd name="connsiteY2" fmla="*/ 76297 h 86818"/>
                <a:gd name="connsiteX3" fmla="*/ 284 w 213538"/>
                <a:gd name="connsiteY3" fmla="*/ 71585 h 86818"/>
                <a:gd name="connsiteX4" fmla="*/ 128148 w 213538"/>
                <a:gd name="connsiteY4" fmla="*/ 55284 h 86818"/>
                <a:gd name="connsiteX5" fmla="*/ 191379 w 213538"/>
                <a:gd name="connsiteY5" fmla="*/ 14085 h 86818"/>
                <a:gd name="connsiteX6" fmla="*/ 213538 w 213538"/>
                <a:gd name="connsiteY6" fmla="*/ 12 h 86818"/>
                <a:gd name="connsiteX7" fmla="*/ 213475 w 213538"/>
                <a:gd name="connsiteY7" fmla="*/ 10582 h 86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538" h="86818">
                  <a:moveTo>
                    <a:pt x="213475" y="10582"/>
                  </a:moveTo>
                  <a:cubicBezTo>
                    <a:pt x="173040" y="52737"/>
                    <a:pt x="123754" y="76233"/>
                    <a:pt x="65999" y="85403"/>
                  </a:cubicBezTo>
                  <a:cubicBezTo>
                    <a:pt x="42056" y="89223"/>
                    <a:pt x="21298" y="85021"/>
                    <a:pt x="157" y="76297"/>
                  </a:cubicBezTo>
                  <a:cubicBezTo>
                    <a:pt x="-98" y="74705"/>
                    <a:pt x="-34" y="73177"/>
                    <a:pt x="284" y="71585"/>
                  </a:cubicBezTo>
                  <a:cubicBezTo>
                    <a:pt x="43394" y="69993"/>
                    <a:pt x="87012" y="75724"/>
                    <a:pt x="128148" y="55284"/>
                  </a:cubicBezTo>
                  <a:cubicBezTo>
                    <a:pt x="151071" y="43886"/>
                    <a:pt x="172021" y="30386"/>
                    <a:pt x="191379" y="14085"/>
                  </a:cubicBezTo>
                  <a:cubicBezTo>
                    <a:pt x="198129" y="8417"/>
                    <a:pt x="202968" y="-370"/>
                    <a:pt x="213538" y="12"/>
                  </a:cubicBezTo>
                  <a:cubicBezTo>
                    <a:pt x="213475" y="3514"/>
                    <a:pt x="213475" y="7080"/>
                    <a:pt x="213475" y="10582"/>
                  </a:cubicBezTo>
                  <a:close/>
                </a:path>
              </a:pathLst>
            </a:custGeom>
            <a:solidFill>
              <a:srgbClr val="BFD7DC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9ADAC8B6-3B0A-1BB2-E6AE-28C364BF054B}"/>
                </a:ext>
              </a:extLst>
            </p:cNvPr>
            <p:cNvSpPr/>
            <p:nvPr/>
          </p:nvSpPr>
          <p:spPr>
            <a:xfrm>
              <a:off x="2698766" y="3714277"/>
              <a:ext cx="365136" cy="224786"/>
            </a:xfrm>
            <a:custGeom>
              <a:avLst/>
              <a:gdLst>
                <a:gd name="connsiteX0" fmla="*/ 333285 w 471145"/>
                <a:gd name="connsiteY0" fmla="*/ 172755 h 290048"/>
                <a:gd name="connsiteX1" fmla="*/ 0 w 471145"/>
                <a:gd name="connsiteY1" fmla="*/ 0 h 290048"/>
                <a:gd name="connsiteX2" fmla="*/ 335322 w 471145"/>
                <a:gd name="connsiteY2" fmla="*/ 243246 h 290048"/>
                <a:gd name="connsiteX3" fmla="*/ 364359 w 471145"/>
                <a:gd name="connsiteY3" fmla="*/ 290048 h 290048"/>
                <a:gd name="connsiteX4" fmla="*/ 399763 w 471145"/>
                <a:gd name="connsiteY4" fmla="*/ 259356 h 290048"/>
                <a:gd name="connsiteX5" fmla="*/ 419440 w 471145"/>
                <a:gd name="connsiteY5" fmla="*/ 278013 h 290048"/>
                <a:gd name="connsiteX6" fmla="*/ 449177 w 471145"/>
                <a:gd name="connsiteY6" fmla="*/ 253498 h 290048"/>
                <a:gd name="connsiteX7" fmla="*/ 471145 w 471145"/>
                <a:gd name="connsiteY7" fmla="*/ 241972 h 290048"/>
                <a:gd name="connsiteX8" fmla="*/ 333285 w 471145"/>
                <a:gd name="connsiteY8" fmla="*/ 172755 h 290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145" h="290048">
                  <a:moveTo>
                    <a:pt x="333285" y="172755"/>
                  </a:moveTo>
                  <a:cubicBezTo>
                    <a:pt x="213318" y="109206"/>
                    <a:pt x="31838" y="12735"/>
                    <a:pt x="0" y="0"/>
                  </a:cubicBezTo>
                  <a:cubicBezTo>
                    <a:pt x="10443" y="22542"/>
                    <a:pt x="284190" y="192941"/>
                    <a:pt x="335322" y="243246"/>
                  </a:cubicBezTo>
                  <a:cubicBezTo>
                    <a:pt x="348312" y="255981"/>
                    <a:pt x="358947" y="270690"/>
                    <a:pt x="364359" y="290048"/>
                  </a:cubicBezTo>
                  <a:cubicBezTo>
                    <a:pt x="378304" y="281133"/>
                    <a:pt x="390403" y="271964"/>
                    <a:pt x="399763" y="259356"/>
                  </a:cubicBezTo>
                  <a:cubicBezTo>
                    <a:pt x="415364" y="255726"/>
                    <a:pt x="411225" y="274002"/>
                    <a:pt x="419440" y="278013"/>
                  </a:cubicBezTo>
                  <a:cubicBezTo>
                    <a:pt x="431538" y="271709"/>
                    <a:pt x="431857" y="252415"/>
                    <a:pt x="449177" y="253498"/>
                  </a:cubicBezTo>
                  <a:cubicBezTo>
                    <a:pt x="464777" y="254708"/>
                    <a:pt x="458028" y="252925"/>
                    <a:pt x="471145" y="241972"/>
                  </a:cubicBezTo>
                  <a:cubicBezTo>
                    <a:pt x="434340" y="222360"/>
                    <a:pt x="370217" y="192368"/>
                    <a:pt x="333285" y="172755"/>
                  </a:cubicBezTo>
                  <a:close/>
                </a:path>
              </a:pathLst>
            </a:custGeom>
            <a:solidFill>
              <a:srgbClr val="EBEBEB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3977D7E2-2E49-BCC0-8B83-5FBC5CE63E87}"/>
                </a:ext>
              </a:extLst>
            </p:cNvPr>
            <p:cNvSpPr/>
            <p:nvPr/>
          </p:nvSpPr>
          <p:spPr>
            <a:xfrm>
              <a:off x="1463939" y="4005781"/>
              <a:ext cx="33860" cy="33520"/>
            </a:xfrm>
            <a:custGeom>
              <a:avLst/>
              <a:gdLst>
                <a:gd name="connsiteX0" fmla="*/ 43691 w 43691"/>
                <a:gd name="connsiteY0" fmla="*/ 20317 h 43252"/>
                <a:gd name="connsiteX1" fmla="*/ 24334 w 43691"/>
                <a:gd name="connsiteY1" fmla="*/ 43113 h 43252"/>
                <a:gd name="connsiteX2" fmla="*/ 73 w 43691"/>
                <a:gd name="connsiteY2" fmla="*/ 20317 h 43252"/>
                <a:gd name="connsiteX3" fmla="*/ 19239 w 43691"/>
                <a:gd name="connsiteY3" fmla="*/ 4 h 43252"/>
                <a:gd name="connsiteX4" fmla="*/ 43691 w 43691"/>
                <a:gd name="connsiteY4" fmla="*/ 20317 h 4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91" h="43252">
                  <a:moveTo>
                    <a:pt x="43691" y="20317"/>
                  </a:moveTo>
                  <a:cubicBezTo>
                    <a:pt x="42991" y="33179"/>
                    <a:pt x="36496" y="41967"/>
                    <a:pt x="24334" y="43113"/>
                  </a:cubicBezTo>
                  <a:cubicBezTo>
                    <a:pt x="9051" y="44514"/>
                    <a:pt x="1028" y="35281"/>
                    <a:pt x="73" y="20317"/>
                  </a:cubicBezTo>
                  <a:cubicBezTo>
                    <a:pt x="-755" y="7008"/>
                    <a:pt x="5485" y="-187"/>
                    <a:pt x="19239" y="4"/>
                  </a:cubicBezTo>
                  <a:cubicBezTo>
                    <a:pt x="33057" y="67"/>
                    <a:pt x="40826" y="7327"/>
                    <a:pt x="43691" y="20317"/>
                  </a:cubicBezTo>
                  <a:close/>
                </a:path>
              </a:pathLst>
            </a:custGeom>
            <a:solidFill>
              <a:srgbClr val="F4FEF4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502BFD1F-5B2A-26E6-7CCE-437F5A7BA4B5}"/>
                </a:ext>
              </a:extLst>
            </p:cNvPr>
            <p:cNvSpPr/>
            <p:nvPr/>
          </p:nvSpPr>
          <p:spPr>
            <a:xfrm>
              <a:off x="2030127" y="2160483"/>
              <a:ext cx="31319" cy="42686"/>
            </a:xfrm>
            <a:custGeom>
              <a:avLst/>
              <a:gdLst>
                <a:gd name="connsiteX0" fmla="*/ 31908 w 40412"/>
                <a:gd name="connsiteY0" fmla="*/ 55056 h 55079"/>
                <a:gd name="connsiteX1" fmla="*/ 70 w 40412"/>
                <a:gd name="connsiteY1" fmla="*/ 26210 h 55079"/>
                <a:gd name="connsiteX2" fmla="*/ 37384 w 40412"/>
                <a:gd name="connsiteY2" fmla="*/ 549 h 55079"/>
                <a:gd name="connsiteX3" fmla="*/ 31908 w 40412"/>
                <a:gd name="connsiteY3" fmla="*/ 55056 h 5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412" h="55079">
                  <a:moveTo>
                    <a:pt x="31908" y="55056"/>
                  </a:moveTo>
                  <a:cubicBezTo>
                    <a:pt x="11977" y="55629"/>
                    <a:pt x="-1076" y="45759"/>
                    <a:pt x="70" y="26210"/>
                  </a:cubicBezTo>
                  <a:cubicBezTo>
                    <a:pt x="1343" y="4751"/>
                    <a:pt x="17135" y="-2126"/>
                    <a:pt x="37384" y="549"/>
                  </a:cubicBezTo>
                  <a:cubicBezTo>
                    <a:pt x="41842" y="19333"/>
                    <a:pt x="42415" y="37736"/>
                    <a:pt x="31908" y="55056"/>
                  </a:cubicBezTo>
                  <a:close/>
                </a:path>
              </a:pathLst>
            </a:custGeom>
            <a:solidFill>
              <a:srgbClr val="FBFAFA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9462A58-0C0A-566C-9458-20816D93F92A}"/>
                </a:ext>
              </a:extLst>
            </p:cNvPr>
            <p:cNvSpPr/>
            <p:nvPr/>
          </p:nvSpPr>
          <p:spPr>
            <a:xfrm>
              <a:off x="1947606" y="2673006"/>
              <a:ext cx="178708" cy="153252"/>
            </a:xfrm>
            <a:custGeom>
              <a:avLst/>
              <a:gdLst>
                <a:gd name="connsiteX0" fmla="*/ 33194 w 230592"/>
                <a:gd name="connsiteY0" fmla="*/ 25471 h 197746"/>
                <a:gd name="connsiteX1" fmla="*/ 145 w 230592"/>
                <a:gd name="connsiteY1" fmla="*/ 106086 h 197746"/>
                <a:gd name="connsiteX2" fmla="*/ 135077 w 230592"/>
                <a:gd name="connsiteY2" fmla="*/ 197398 h 197746"/>
                <a:gd name="connsiteX3" fmla="*/ 141444 w 230592"/>
                <a:gd name="connsiteY3" fmla="*/ 95515 h 197746"/>
                <a:gd name="connsiteX4" fmla="*/ 230592 w 230592"/>
                <a:gd name="connsiteY4" fmla="*/ 159192 h 197746"/>
                <a:gd name="connsiteX5" fmla="*/ 198754 w 230592"/>
                <a:gd name="connsiteY5" fmla="*/ 31838 h 197746"/>
                <a:gd name="connsiteX6" fmla="*/ 128709 w 230592"/>
                <a:gd name="connsiteY6" fmla="*/ 0 h 197746"/>
                <a:gd name="connsiteX7" fmla="*/ 118139 w 230592"/>
                <a:gd name="connsiteY7" fmla="*/ 37060 h 197746"/>
                <a:gd name="connsiteX8" fmla="*/ 108524 w 230592"/>
                <a:gd name="connsiteY8" fmla="*/ 42090 h 197746"/>
                <a:gd name="connsiteX9" fmla="*/ 50196 w 230592"/>
                <a:gd name="connsiteY9" fmla="*/ 21523 h 197746"/>
                <a:gd name="connsiteX10" fmla="*/ 33194 w 230592"/>
                <a:gd name="connsiteY10" fmla="*/ 25471 h 197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0592" h="197746">
                  <a:moveTo>
                    <a:pt x="33194" y="25471"/>
                  </a:moveTo>
                  <a:cubicBezTo>
                    <a:pt x="18293" y="41326"/>
                    <a:pt x="5240" y="91249"/>
                    <a:pt x="145" y="106086"/>
                  </a:cubicBezTo>
                  <a:cubicBezTo>
                    <a:pt x="-5012" y="120986"/>
                    <a:pt x="128709" y="203766"/>
                    <a:pt x="135077" y="197398"/>
                  </a:cubicBezTo>
                  <a:cubicBezTo>
                    <a:pt x="141444" y="191031"/>
                    <a:pt x="141444" y="95515"/>
                    <a:pt x="141444" y="95515"/>
                  </a:cubicBezTo>
                  <a:lnTo>
                    <a:pt x="230592" y="159192"/>
                  </a:lnTo>
                  <a:lnTo>
                    <a:pt x="198754" y="31838"/>
                  </a:lnTo>
                  <a:cubicBezTo>
                    <a:pt x="198754" y="31838"/>
                    <a:pt x="166915" y="25471"/>
                    <a:pt x="128709" y="0"/>
                  </a:cubicBezTo>
                  <a:cubicBezTo>
                    <a:pt x="115974" y="12735"/>
                    <a:pt x="118139" y="37060"/>
                    <a:pt x="118139" y="37060"/>
                  </a:cubicBezTo>
                  <a:cubicBezTo>
                    <a:pt x="116993" y="41199"/>
                    <a:pt x="112599" y="43491"/>
                    <a:pt x="108524" y="42090"/>
                  </a:cubicBezTo>
                  <a:cubicBezTo>
                    <a:pt x="92031" y="36487"/>
                    <a:pt x="53507" y="23433"/>
                    <a:pt x="50196" y="21523"/>
                  </a:cubicBezTo>
                  <a:cubicBezTo>
                    <a:pt x="45929" y="19103"/>
                    <a:pt x="36187" y="22287"/>
                    <a:pt x="33194" y="25471"/>
                  </a:cubicBezTo>
                  <a:close/>
                </a:path>
              </a:pathLst>
            </a:custGeom>
            <a:solidFill>
              <a:srgbClr val="E8EDEB"/>
            </a:solidFill>
            <a:ln w="63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48" name="Rounded Rectangle 10">
            <a:extLst>
              <a:ext uri="{FF2B5EF4-FFF2-40B4-BE49-F238E27FC236}">
                <a16:creationId xmlns:a16="http://schemas.microsoft.com/office/drawing/2014/main" id="{3CA3FC15-BDB0-E974-3F51-0435E17CD688}"/>
              </a:ext>
            </a:extLst>
          </p:cNvPr>
          <p:cNvSpPr/>
          <p:nvPr/>
        </p:nvSpPr>
        <p:spPr>
          <a:xfrm>
            <a:off x="6638038" y="5910968"/>
            <a:ext cx="228398" cy="302259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9" name="Block Arc 10">
            <a:extLst>
              <a:ext uri="{FF2B5EF4-FFF2-40B4-BE49-F238E27FC236}">
                <a16:creationId xmlns:a16="http://schemas.microsoft.com/office/drawing/2014/main" id="{9BF9C53D-00CD-2127-1E64-50D541132221}"/>
              </a:ext>
            </a:extLst>
          </p:cNvPr>
          <p:cNvSpPr/>
          <p:nvPr/>
        </p:nvSpPr>
        <p:spPr>
          <a:xfrm>
            <a:off x="6541045" y="4927830"/>
            <a:ext cx="387771" cy="262655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431157-2CA2-24D4-560E-1C989B61A634}"/>
              </a:ext>
            </a:extLst>
          </p:cNvPr>
          <p:cNvSpPr txBox="1"/>
          <p:nvPr/>
        </p:nvSpPr>
        <p:spPr>
          <a:xfrm>
            <a:off x="5418857" y="1957959"/>
            <a:ext cx="5209517" cy="307777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en-US" altLang="ko-KR" sz="20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Introduction</a:t>
            </a:r>
            <a:endParaRPr lang="ko-KR" altLang="en-US" sz="20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C5756-6F82-BDCA-6997-AAECA16674BD}"/>
              </a:ext>
            </a:extLst>
          </p:cNvPr>
          <p:cNvSpPr txBox="1"/>
          <p:nvPr/>
        </p:nvSpPr>
        <p:spPr>
          <a:xfrm>
            <a:off x="5418857" y="2498277"/>
            <a:ext cx="6335238" cy="318805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Entrepreneurship: is the process of creating, organizing, and managing a business venture in order to make a profit while taking risks.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Entrepreneurs: are individuals who identify opportunities, develop innovative ideas, and use resources effectively to build successful businesses. </a:t>
            </a:r>
          </a:p>
        </p:txBody>
      </p:sp>
    </p:spTree>
    <p:extLst>
      <p:ext uri="{BB962C8B-B14F-4D97-AF65-F5344CB8AC3E}">
        <p14:creationId xmlns:p14="http://schemas.microsoft.com/office/powerpoint/2010/main" val="68361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 vs Small-Business Owner </a:t>
            </a:r>
          </a:p>
        </p:txBody>
      </p:sp>
      <p:graphicFrame>
        <p:nvGraphicFramePr>
          <p:cNvPr id="7" name="Table 18">
            <a:extLst>
              <a:ext uri="{FF2B5EF4-FFF2-40B4-BE49-F238E27FC236}">
                <a16:creationId xmlns:a16="http://schemas.microsoft.com/office/drawing/2014/main" id="{0B405C48-76DB-4B05-B0BC-6DBFCE560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40653"/>
              </p:ext>
            </p:extLst>
          </p:nvPr>
        </p:nvGraphicFramePr>
        <p:xfrm>
          <a:off x="869234" y="1994193"/>
          <a:ext cx="5218657" cy="414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945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dirty="0"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735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b="1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Entrepreneur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98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20">
            <a:extLst>
              <a:ext uri="{FF2B5EF4-FFF2-40B4-BE49-F238E27FC236}">
                <a16:creationId xmlns:a16="http://schemas.microsoft.com/office/drawing/2014/main" id="{52992331-2F52-48DE-BD09-B20DD4996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767858"/>
              </p:ext>
            </p:extLst>
          </p:nvPr>
        </p:nvGraphicFramePr>
        <p:xfrm>
          <a:off x="6283122" y="1994192"/>
          <a:ext cx="5039644" cy="414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444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974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17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75">
                <a:tc>
                  <a:txBody>
                    <a:bodyPr/>
                    <a:lstStyle/>
                    <a:p>
                      <a:pPr latinLnBrk="1"/>
                      <a:endParaRPr lang="ko-KR" altLang="en-US" sz="18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Small-Business Owner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178"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ectangle 16">
            <a:extLst>
              <a:ext uri="{FF2B5EF4-FFF2-40B4-BE49-F238E27FC236}">
                <a16:creationId xmlns:a16="http://schemas.microsoft.com/office/drawing/2014/main" id="{FD499C1C-9717-4EAB-9E09-E1D4A7C4D376}"/>
              </a:ext>
            </a:extLst>
          </p:cNvPr>
          <p:cNvSpPr/>
          <p:nvPr/>
        </p:nvSpPr>
        <p:spPr>
          <a:xfrm rot="2700000">
            <a:off x="5155321" y="1882852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C122624C-0689-4055-84E7-AC64D0AD5AC5}"/>
              </a:ext>
            </a:extLst>
          </p:cNvPr>
          <p:cNvSpPr/>
          <p:nvPr/>
        </p:nvSpPr>
        <p:spPr>
          <a:xfrm>
            <a:off x="7598374" y="1956420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30B37BA4-8E2D-4E96-8F67-E3BB1A31D0FB}"/>
              </a:ext>
            </a:extLst>
          </p:cNvPr>
          <p:cNvSpPr/>
          <p:nvPr/>
        </p:nvSpPr>
        <p:spPr>
          <a:xfrm flipH="1">
            <a:off x="10060350" y="195702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B14F0-E231-7B0F-0A8A-0935CF813D7A}"/>
              </a:ext>
            </a:extLst>
          </p:cNvPr>
          <p:cNvSpPr txBox="1"/>
          <p:nvPr/>
        </p:nvSpPr>
        <p:spPr>
          <a:xfrm>
            <a:off x="1056356" y="2519338"/>
            <a:ext cx="5039644" cy="2472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472" marR="0" indent="-347472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Focuses on innovation and growth</a:t>
            </a:r>
          </a:p>
          <a:p>
            <a:pPr marL="347472" marR="0" indent="-347472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Takes greater risks</a:t>
            </a:r>
          </a:p>
          <a:p>
            <a:pPr marL="347472" marR="0" indent="-347472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Creates new products or services</a:t>
            </a:r>
          </a:p>
          <a:p>
            <a:pPr marL="347472" marR="0" indent="-347472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Looks for long-term expansion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97B7F-B966-04AF-7283-776490EE2D4B}"/>
              </a:ext>
            </a:extLst>
          </p:cNvPr>
          <p:cNvSpPr txBox="1"/>
          <p:nvPr/>
        </p:nvSpPr>
        <p:spPr>
          <a:xfrm>
            <a:off x="6283122" y="2694708"/>
            <a:ext cx="5031534" cy="2472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472" marR="0" indent="-347472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Operates a smaller local business</a:t>
            </a:r>
          </a:p>
          <a:p>
            <a:pPr marL="342900" marR="0" indent="-342900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Focuses on stability and steady </a:t>
            </a:r>
          </a:p>
          <a:p>
            <a:pPr marR="0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      income</a:t>
            </a:r>
          </a:p>
          <a:p>
            <a:pPr marL="342900" marR="0" indent="-342900" algn="l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Usually chooses to remain small </a:t>
            </a:r>
          </a:p>
        </p:txBody>
      </p: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0F067BB7-7683-4350-A485-FF66AC79DE29}"/>
              </a:ext>
            </a:extLst>
          </p:cNvPr>
          <p:cNvSpPr txBox="1">
            <a:spLocks/>
          </p:cNvSpPr>
          <p:nvPr/>
        </p:nvSpPr>
        <p:spPr>
          <a:xfrm>
            <a:off x="1919084" y="442240"/>
            <a:ext cx="8871908" cy="664869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Types of Entrepreneurs</a:t>
            </a:r>
            <a:endParaRPr lang="ko-KR" altLang="en-US" sz="54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01F7F14-F9A3-46DF-8CA7-19BDA7C96214}"/>
              </a:ext>
            </a:extLst>
          </p:cNvPr>
          <p:cNvSpPr/>
          <p:nvPr/>
        </p:nvSpPr>
        <p:spPr>
          <a:xfrm>
            <a:off x="4117642" y="1418063"/>
            <a:ext cx="6673350" cy="4732580"/>
          </a:xfrm>
          <a:prstGeom prst="rect">
            <a:avLst/>
          </a:prstGeom>
          <a:solidFill>
            <a:schemeClr val="tx1">
              <a:lumMod val="65000"/>
              <a:lumOff val="35000"/>
              <a:alpha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A8211FD3-9D32-4759-9D67-9B367F88AB45}"/>
              </a:ext>
            </a:extLst>
          </p:cNvPr>
          <p:cNvGrpSpPr/>
          <p:nvPr/>
        </p:nvGrpSpPr>
        <p:grpSpPr>
          <a:xfrm>
            <a:off x="5685956" y="3308968"/>
            <a:ext cx="4260215" cy="1114187"/>
            <a:chOff x="2551705" y="4283314"/>
            <a:chExt cx="2357003" cy="738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72750C-860A-4D22-9420-C1E3BEBFC763}"/>
                </a:ext>
              </a:extLst>
            </p:cNvPr>
            <p:cNvSpPr txBox="1"/>
            <p:nvPr/>
          </p:nvSpPr>
          <p:spPr>
            <a:xfrm>
              <a:off x="2551706" y="4560314"/>
              <a:ext cx="2357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Entrepreneurs who start and manage several businesses.</a:t>
              </a:r>
              <a:endParaRPr lang="ko-KR" alt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3D862-1066-4F8D-AC92-508F037449EA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44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Multipreneurs</a:t>
              </a:r>
              <a:endParaRPr lang="ko-KR" altLang="en-US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726AB02F-D5A7-4205-BE41-1AA439C3AD4D}"/>
              </a:ext>
            </a:extLst>
          </p:cNvPr>
          <p:cNvGrpSpPr/>
          <p:nvPr/>
        </p:nvGrpSpPr>
        <p:grpSpPr>
          <a:xfrm>
            <a:off x="5685956" y="4590635"/>
            <a:ext cx="4260215" cy="1039909"/>
            <a:chOff x="2551705" y="4283314"/>
            <a:chExt cx="2357003" cy="7386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AF4FFF-CF3C-4304-96C1-C77675F82910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Employees within large companies who develop innovative ideas and projects. </a:t>
              </a:r>
              <a:endParaRPr lang="ko-KR" alt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0D2F7F-C2CF-4BC3-8DB6-C499501E46F4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Intrapreneurs</a:t>
              </a:r>
              <a:endParaRPr lang="ko-KR" altLang="en-US" sz="12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343BA0BD-CC19-40F0-8E8B-BAEC2EB1FAED}"/>
              </a:ext>
            </a:extLst>
          </p:cNvPr>
          <p:cNvGrpSpPr/>
          <p:nvPr/>
        </p:nvGrpSpPr>
        <p:grpSpPr>
          <a:xfrm>
            <a:off x="5676566" y="1961516"/>
            <a:ext cx="4289170" cy="1079631"/>
            <a:chOff x="2551705" y="4283314"/>
            <a:chExt cx="2373022" cy="7558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2A39A6-7E9D-482C-B1EB-E51E63E476D4}"/>
                </a:ext>
              </a:extLst>
            </p:cNvPr>
            <p:cNvSpPr txBox="1"/>
            <p:nvPr/>
          </p:nvSpPr>
          <p:spPr>
            <a:xfrm>
              <a:off x="2551705" y="4577469"/>
              <a:ext cx="2357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People who start businesses based on innovative ideas.</a:t>
              </a:r>
              <a:endParaRPr lang="ko-KR" altLang="en-US" sz="12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0055F-E432-4D88-9667-E83B53DD3B5D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Classic Entrepreneurs</a:t>
              </a:r>
              <a:endParaRPr lang="ko-KR" altLang="en-US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  <p:grpSp>
        <p:nvGrpSpPr>
          <p:cNvPr id="25" name="그룹 185">
            <a:extLst>
              <a:ext uri="{FF2B5EF4-FFF2-40B4-BE49-F238E27FC236}">
                <a16:creationId xmlns:a16="http://schemas.microsoft.com/office/drawing/2014/main" id="{A4E2C4E4-4D84-69EF-0194-5DBA522200BE}"/>
              </a:ext>
            </a:extLst>
          </p:cNvPr>
          <p:cNvGrpSpPr/>
          <p:nvPr/>
        </p:nvGrpSpPr>
        <p:grpSpPr>
          <a:xfrm>
            <a:off x="696259" y="1544000"/>
            <a:ext cx="2354775" cy="4569558"/>
            <a:chOff x="8129003" y="4168976"/>
            <a:chExt cx="920762" cy="1786785"/>
          </a:xfrm>
        </p:grpSpPr>
        <p:sp>
          <p:nvSpPr>
            <p:cNvPr id="26" name="Graphic 19">
              <a:extLst>
                <a:ext uri="{FF2B5EF4-FFF2-40B4-BE49-F238E27FC236}">
                  <a16:creationId xmlns:a16="http://schemas.microsoft.com/office/drawing/2014/main" id="{C53E5B70-D0FD-DDA0-9004-9EA33E1B0ECF}"/>
                </a:ext>
              </a:extLst>
            </p:cNvPr>
            <p:cNvSpPr/>
            <p:nvPr/>
          </p:nvSpPr>
          <p:spPr>
            <a:xfrm>
              <a:off x="8274197" y="4390528"/>
              <a:ext cx="690688" cy="1489436"/>
            </a:xfrm>
            <a:custGeom>
              <a:avLst/>
              <a:gdLst>
                <a:gd name="connsiteX0" fmla="*/ 1793926 w 1873832"/>
                <a:gd name="connsiteY0" fmla="*/ 2294684 h 4040829"/>
                <a:gd name="connsiteX1" fmla="*/ 1448124 w 1873832"/>
                <a:gd name="connsiteY1" fmla="*/ 1896851 h 4040829"/>
                <a:gd name="connsiteX2" fmla="*/ 1430407 w 1873832"/>
                <a:gd name="connsiteY2" fmla="*/ 1841668 h 4040829"/>
                <a:gd name="connsiteX3" fmla="*/ 1529217 w 1873832"/>
                <a:gd name="connsiteY3" fmla="*/ 1582702 h 4040829"/>
                <a:gd name="connsiteX4" fmla="*/ 1608070 w 1873832"/>
                <a:gd name="connsiteY4" fmla="*/ 1596217 h 4040829"/>
                <a:gd name="connsiteX5" fmla="*/ 1628658 w 1873832"/>
                <a:gd name="connsiteY5" fmla="*/ 1599789 h 4040829"/>
                <a:gd name="connsiteX6" fmla="*/ 1717664 w 1873832"/>
                <a:gd name="connsiteY6" fmla="*/ 1576189 h 4040829"/>
                <a:gd name="connsiteX7" fmla="*/ 1780830 w 1873832"/>
                <a:gd name="connsiteY7" fmla="*/ 1437532 h 4040829"/>
                <a:gd name="connsiteX8" fmla="*/ 1765144 w 1873832"/>
                <a:gd name="connsiteY8" fmla="*/ 1386341 h 4040829"/>
                <a:gd name="connsiteX9" fmla="*/ 1594624 w 1873832"/>
                <a:gd name="connsiteY9" fmla="*/ 1298455 h 4040829"/>
                <a:gd name="connsiteX10" fmla="*/ 1563671 w 1873832"/>
                <a:gd name="connsiteY10" fmla="*/ 1247895 h 4040829"/>
                <a:gd name="connsiteX11" fmla="*/ 1554778 w 1873832"/>
                <a:gd name="connsiteY11" fmla="*/ 968970 h 4040829"/>
                <a:gd name="connsiteX12" fmla="*/ 1439580 w 1873832"/>
                <a:gd name="connsiteY12" fmla="*/ 309860 h 4040829"/>
                <a:gd name="connsiteX13" fmla="*/ 1188387 w 1873832"/>
                <a:gd name="connsiteY13" fmla="*/ 8036 h 4040829"/>
                <a:gd name="connsiteX14" fmla="*/ 996789 w 1873832"/>
                <a:gd name="connsiteY14" fmla="*/ 135418 h 4040829"/>
                <a:gd name="connsiteX15" fmla="*/ 784182 w 1873832"/>
                <a:gd name="connsiteY15" fmla="*/ 370575 h 4040829"/>
                <a:gd name="connsiteX16" fmla="*/ 492372 w 1873832"/>
                <a:gd name="connsiteY16" fmla="*/ 972962 h 4040829"/>
                <a:gd name="connsiteX17" fmla="*/ 405046 w 1873832"/>
                <a:gd name="connsiteY17" fmla="*/ 1477029 h 4040829"/>
                <a:gd name="connsiteX18" fmla="*/ 382497 w 1873832"/>
                <a:gd name="connsiteY18" fmla="*/ 1727451 h 4040829"/>
                <a:gd name="connsiteX19" fmla="*/ 415550 w 1873832"/>
                <a:gd name="connsiteY19" fmla="*/ 1767158 h 4040829"/>
                <a:gd name="connsiteX20" fmla="*/ 661071 w 1873832"/>
                <a:gd name="connsiteY20" fmla="*/ 1823461 h 4040829"/>
                <a:gd name="connsiteX21" fmla="*/ 686982 w 1873832"/>
                <a:gd name="connsiteY21" fmla="*/ 1857215 h 4040829"/>
                <a:gd name="connsiteX22" fmla="*/ 0 w 1873832"/>
                <a:gd name="connsiteY22" fmla="*/ 3895331 h 4040829"/>
                <a:gd name="connsiteX23" fmla="*/ 28712 w 1873832"/>
                <a:gd name="connsiteY23" fmla="*/ 3922922 h 4040829"/>
                <a:gd name="connsiteX24" fmla="*/ 328785 w 1873832"/>
                <a:gd name="connsiteY24" fmla="*/ 4035038 h 4040829"/>
                <a:gd name="connsiteX25" fmla="*/ 374093 w 1873832"/>
                <a:gd name="connsiteY25" fmla="*/ 4031256 h 4040829"/>
                <a:gd name="connsiteX26" fmla="*/ 983273 w 1873832"/>
                <a:gd name="connsiteY26" fmla="*/ 2178576 h 4040829"/>
                <a:gd name="connsiteX27" fmla="*/ 1461359 w 1873832"/>
                <a:gd name="connsiteY27" fmla="*/ 2493986 h 4040829"/>
                <a:gd name="connsiteX28" fmla="*/ 1475645 w 1873832"/>
                <a:gd name="connsiteY28" fmla="*/ 2555541 h 4040829"/>
                <a:gd name="connsiteX29" fmla="*/ 1076131 w 1873832"/>
                <a:gd name="connsiteY29" fmla="*/ 3212060 h 4040829"/>
                <a:gd name="connsiteX30" fmla="*/ 1346652 w 1873832"/>
                <a:gd name="connsiteY30" fmla="*/ 3413043 h 4040829"/>
                <a:gd name="connsiteX31" fmla="*/ 1621865 w 1873832"/>
                <a:gd name="connsiteY31" fmla="*/ 2963388 h 4040829"/>
                <a:gd name="connsiteX32" fmla="*/ 1812833 w 1873832"/>
                <a:gd name="connsiteY32" fmla="*/ 2654492 h 4040829"/>
                <a:gd name="connsiteX33" fmla="*/ 1864515 w 1873832"/>
                <a:gd name="connsiteY33" fmla="*/ 2532712 h 4040829"/>
                <a:gd name="connsiteX34" fmla="*/ 1793926 w 1873832"/>
                <a:gd name="connsiteY34" fmla="*/ 2294684 h 40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873832" h="4040829">
                  <a:moveTo>
                    <a:pt x="1793926" y="2294684"/>
                  </a:moveTo>
                  <a:cubicBezTo>
                    <a:pt x="1666613" y="2172484"/>
                    <a:pt x="1553937" y="2037679"/>
                    <a:pt x="1448124" y="1896851"/>
                  </a:cubicBezTo>
                  <a:cubicBezTo>
                    <a:pt x="1436289" y="1881094"/>
                    <a:pt x="1419832" y="1867999"/>
                    <a:pt x="1430407" y="1841668"/>
                  </a:cubicBezTo>
                  <a:cubicBezTo>
                    <a:pt x="1454637" y="1781233"/>
                    <a:pt x="1510239" y="1596498"/>
                    <a:pt x="1529217" y="1582702"/>
                  </a:cubicBezTo>
                  <a:cubicBezTo>
                    <a:pt x="1549456" y="1567926"/>
                    <a:pt x="1581108" y="1590895"/>
                    <a:pt x="1608070" y="1596217"/>
                  </a:cubicBezTo>
                  <a:cubicBezTo>
                    <a:pt x="1614932" y="1597548"/>
                    <a:pt x="1622215" y="1597478"/>
                    <a:pt x="1628658" y="1599789"/>
                  </a:cubicBezTo>
                  <a:cubicBezTo>
                    <a:pt x="1663952" y="1612604"/>
                    <a:pt x="1696726" y="1617226"/>
                    <a:pt x="1717664" y="1576189"/>
                  </a:cubicBezTo>
                  <a:cubicBezTo>
                    <a:pt x="1742805" y="1531861"/>
                    <a:pt x="1772847" y="1489774"/>
                    <a:pt x="1780830" y="1437532"/>
                  </a:cubicBezTo>
                  <a:cubicBezTo>
                    <a:pt x="1796657" y="1414003"/>
                    <a:pt x="1794556" y="1399857"/>
                    <a:pt x="1765144" y="1386341"/>
                  </a:cubicBezTo>
                  <a:cubicBezTo>
                    <a:pt x="1707090" y="1359660"/>
                    <a:pt x="1652188" y="1326397"/>
                    <a:pt x="1594624" y="1298455"/>
                  </a:cubicBezTo>
                  <a:cubicBezTo>
                    <a:pt x="1571374" y="1287181"/>
                    <a:pt x="1562131" y="1274155"/>
                    <a:pt x="1563671" y="1247895"/>
                  </a:cubicBezTo>
                  <a:cubicBezTo>
                    <a:pt x="1569064" y="1154756"/>
                    <a:pt x="1565282" y="1061408"/>
                    <a:pt x="1554778" y="968970"/>
                  </a:cubicBezTo>
                  <a:cubicBezTo>
                    <a:pt x="1533629" y="783114"/>
                    <a:pt x="1463320" y="341163"/>
                    <a:pt x="1439580" y="309860"/>
                  </a:cubicBezTo>
                  <a:cubicBezTo>
                    <a:pt x="1375084" y="84087"/>
                    <a:pt x="1229354" y="-32791"/>
                    <a:pt x="1188387" y="8036"/>
                  </a:cubicBezTo>
                  <a:cubicBezTo>
                    <a:pt x="1137406" y="72252"/>
                    <a:pt x="1033834" y="115950"/>
                    <a:pt x="996789" y="135418"/>
                  </a:cubicBezTo>
                  <a:cubicBezTo>
                    <a:pt x="908342" y="179957"/>
                    <a:pt x="791254" y="360211"/>
                    <a:pt x="784182" y="370575"/>
                  </a:cubicBezTo>
                  <a:cubicBezTo>
                    <a:pt x="657780" y="557201"/>
                    <a:pt x="554137" y="755103"/>
                    <a:pt x="492372" y="972962"/>
                  </a:cubicBezTo>
                  <a:cubicBezTo>
                    <a:pt x="445593" y="1137809"/>
                    <a:pt x="422343" y="1306999"/>
                    <a:pt x="405046" y="1477029"/>
                  </a:cubicBezTo>
                  <a:cubicBezTo>
                    <a:pt x="396573" y="1560363"/>
                    <a:pt x="390060" y="1643977"/>
                    <a:pt x="382497" y="1727451"/>
                  </a:cubicBezTo>
                  <a:cubicBezTo>
                    <a:pt x="380256" y="1752031"/>
                    <a:pt x="388169" y="1764146"/>
                    <a:pt x="415550" y="1767158"/>
                  </a:cubicBezTo>
                  <a:cubicBezTo>
                    <a:pt x="450985" y="1771079"/>
                    <a:pt x="614082" y="1813096"/>
                    <a:pt x="661071" y="1823461"/>
                  </a:cubicBezTo>
                  <a:cubicBezTo>
                    <a:pt x="683410" y="1828363"/>
                    <a:pt x="691183" y="1835506"/>
                    <a:pt x="686982" y="1857215"/>
                  </a:cubicBezTo>
                  <a:cubicBezTo>
                    <a:pt x="678088" y="1903854"/>
                    <a:pt x="9174" y="3826702"/>
                    <a:pt x="0" y="3895331"/>
                  </a:cubicBezTo>
                  <a:cubicBezTo>
                    <a:pt x="3081" y="3911297"/>
                    <a:pt x="15476" y="3917950"/>
                    <a:pt x="28712" y="3922922"/>
                  </a:cubicBezTo>
                  <a:cubicBezTo>
                    <a:pt x="128643" y="3960527"/>
                    <a:pt x="228434" y="3998623"/>
                    <a:pt x="328785" y="4035038"/>
                  </a:cubicBezTo>
                  <a:cubicBezTo>
                    <a:pt x="343981" y="4040570"/>
                    <a:pt x="360158" y="4046172"/>
                    <a:pt x="374093" y="4031256"/>
                  </a:cubicBezTo>
                  <a:cubicBezTo>
                    <a:pt x="404276" y="3969561"/>
                    <a:pt x="962685" y="2162470"/>
                    <a:pt x="983273" y="2178576"/>
                  </a:cubicBezTo>
                  <a:cubicBezTo>
                    <a:pt x="1039646" y="2222554"/>
                    <a:pt x="1385168" y="2446716"/>
                    <a:pt x="1461359" y="2493986"/>
                  </a:cubicBezTo>
                  <a:cubicBezTo>
                    <a:pt x="1498545" y="2517095"/>
                    <a:pt x="1498755" y="2516955"/>
                    <a:pt x="1475645" y="2555541"/>
                  </a:cubicBezTo>
                  <a:cubicBezTo>
                    <a:pt x="1355266" y="2756313"/>
                    <a:pt x="1085375" y="3191892"/>
                    <a:pt x="1076131" y="3212060"/>
                  </a:cubicBezTo>
                  <a:cubicBezTo>
                    <a:pt x="1069759" y="3225926"/>
                    <a:pt x="1280335" y="3356950"/>
                    <a:pt x="1346652" y="3413043"/>
                  </a:cubicBezTo>
                  <a:cubicBezTo>
                    <a:pt x="1350784" y="3407510"/>
                    <a:pt x="1533419" y="3107227"/>
                    <a:pt x="1621865" y="2963388"/>
                  </a:cubicBezTo>
                  <a:cubicBezTo>
                    <a:pt x="1685311" y="2860306"/>
                    <a:pt x="1756950" y="2762196"/>
                    <a:pt x="1812833" y="2654492"/>
                  </a:cubicBezTo>
                  <a:cubicBezTo>
                    <a:pt x="1833142" y="2615345"/>
                    <a:pt x="1852820" y="2575709"/>
                    <a:pt x="1864515" y="2532712"/>
                  </a:cubicBezTo>
                  <a:cubicBezTo>
                    <a:pt x="1890005" y="2438803"/>
                    <a:pt x="1862134" y="2360161"/>
                    <a:pt x="1793926" y="2294684"/>
                  </a:cubicBezTo>
                  <a:close/>
                </a:path>
              </a:pathLst>
            </a:custGeom>
            <a:solidFill>
              <a:srgbClr val="1B75BC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9">
              <a:extLst>
                <a:ext uri="{FF2B5EF4-FFF2-40B4-BE49-F238E27FC236}">
                  <a16:creationId xmlns:a16="http://schemas.microsoft.com/office/drawing/2014/main" id="{92E89DBD-8832-4E5B-D5A6-DA9C57F9FB30}"/>
                </a:ext>
              </a:extLst>
            </p:cNvPr>
            <p:cNvSpPr/>
            <p:nvPr/>
          </p:nvSpPr>
          <p:spPr>
            <a:xfrm>
              <a:off x="8737077" y="4202703"/>
              <a:ext cx="204838" cy="253666"/>
            </a:xfrm>
            <a:custGeom>
              <a:avLst/>
              <a:gdLst>
                <a:gd name="connsiteX0" fmla="*/ 434353 w 555725"/>
                <a:gd name="connsiteY0" fmla="*/ 41969 h 688193"/>
                <a:gd name="connsiteX1" fmla="*/ 480642 w 555725"/>
                <a:gd name="connsiteY1" fmla="*/ 226144 h 688193"/>
                <a:gd name="connsiteX2" fmla="*/ 539816 w 555725"/>
                <a:gd name="connsiteY2" fmla="*/ 361440 h 688193"/>
                <a:gd name="connsiteX3" fmla="*/ 526441 w 555725"/>
                <a:gd name="connsiteY3" fmla="*/ 408359 h 688193"/>
                <a:gd name="connsiteX4" fmla="*/ 505992 w 555725"/>
                <a:gd name="connsiteY4" fmla="*/ 443864 h 688193"/>
                <a:gd name="connsiteX5" fmla="*/ 494157 w 555725"/>
                <a:gd name="connsiteY5" fmla="*/ 553949 h 688193"/>
                <a:gd name="connsiteX6" fmla="*/ 414255 w 555725"/>
                <a:gd name="connsiteY6" fmla="*/ 605840 h 688193"/>
                <a:gd name="connsiteX7" fmla="*/ 295556 w 555725"/>
                <a:gd name="connsiteY7" fmla="*/ 581610 h 688193"/>
                <a:gd name="connsiteX8" fmla="*/ 224827 w 555725"/>
                <a:gd name="connsiteY8" fmla="*/ 606961 h 688193"/>
                <a:gd name="connsiteX9" fmla="*/ 162711 w 555725"/>
                <a:gd name="connsiteY9" fmla="*/ 688194 h 688193"/>
                <a:gd name="connsiteX10" fmla="*/ 34138 w 555725"/>
                <a:gd name="connsiteY10" fmla="*/ 524607 h 688193"/>
                <a:gd name="connsiteX11" fmla="*/ 29307 w 555725"/>
                <a:gd name="connsiteY11" fmla="*/ 474186 h 688193"/>
                <a:gd name="connsiteX12" fmla="*/ 74825 w 555725"/>
                <a:gd name="connsiteY12" fmla="*/ 401426 h 688193"/>
                <a:gd name="connsiteX13" fmla="*/ 106408 w 555725"/>
                <a:gd name="connsiteY13" fmla="*/ 283568 h 688193"/>
                <a:gd name="connsiteX14" fmla="*/ 353049 w 555725"/>
                <a:gd name="connsiteY14" fmla="*/ 1562 h 688193"/>
                <a:gd name="connsiteX15" fmla="*/ 434353 w 555725"/>
                <a:gd name="connsiteY15" fmla="*/ 41969 h 68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725" h="688193">
                  <a:moveTo>
                    <a:pt x="434353" y="41969"/>
                  </a:moveTo>
                  <a:cubicBezTo>
                    <a:pt x="465796" y="99252"/>
                    <a:pt x="474899" y="163119"/>
                    <a:pt x="480642" y="226144"/>
                  </a:cubicBezTo>
                  <a:cubicBezTo>
                    <a:pt x="485544" y="279576"/>
                    <a:pt x="515656" y="318372"/>
                    <a:pt x="539816" y="361440"/>
                  </a:cubicBezTo>
                  <a:cubicBezTo>
                    <a:pt x="551021" y="381468"/>
                    <a:pt x="575040" y="403807"/>
                    <a:pt x="526441" y="408359"/>
                  </a:cubicBezTo>
                  <a:cubicBezTo>
                    <a:pt x="508513" y="410040"/>
                    <a:pt x="506482" y="427547"/>
                    <a:pt x="505992" y="443864"/>
                  </a:cubicBezTo>
                  <a:cubicBezTo>
                    <a:pt x="504872" y="480769"/>
                    <a:pt x="509143" y="518094"/>
                    <a:pt x="494157" y="553949"/>
                  </a:cubicBezTo>
                  <a:cubicBezTo>
                    <a:pt x="477560" y="593515"/>
                    <a:pt x="456482" y="608081"/>
                    <a:pt x="414255" y="605840"/>
                  </a:cubicBezTo>
                  <a:cubicBezTo>
                    <a:pt x="373428" y="603669"/>
                    <a:pt x="333161" y="597017"/>
                    <a:pt x="295556" y="581610"/>
                  </a:cubicBezTo>
                  <a:cubicBezTo>
                    <a:pt x="262012" y="567815"/>
                    <a:pt x="242474" y="576358"/>
                    <a:pt x="224827" y="606961"/>
                  </a:cubicBezTo>
                  <a:cubicBezTo>
                    <a:pt x="211241" y="630490"/>
                    <a:pt x="186661" y="671877"/>
                    <a:pt x="162711" y="688194"/>
                  </a:cubicBezTo>
                  <a:cubicBezTo>
                    <a:pt x="158790" y="685533"/>
                    <a:pt x="94363" y="555279"/>
                    <a:pt x="34138" y="524607"/>
                  </a:cubicBezTo>
                  <a:cubicBezTo>
                    <a:pt x="-10540" y="501847"/>
                    <a:pt x="-10540" y="501847"/>
                    <a:pt x="29307" y="474186"/>
                  </a:cubicBezTo>
                  <a:cubicBezTo>
                    <a:pt x="54797" y="456469"/>
                    <a:pt x="63551" y="427967"/>
                    <a:pt x="74825" y="401426"/>
                  </a:cubicBezTo>
                  <a:cubicBezTo>
                    <a:pt x="90862" y="363681"/>
                    <a:pt x="97935" y="323204"/>
                    <a:pt x="106408" y="283568"/>
                  </a:cubicBezTo>
                  <a:cubicBezTo>
                    <a:pt x="127487" y="184547"/>
                    <a:pt x="295696" y="-19867"/>
                    <a:pt x="353049" y="1562"/>
                  </a:cubicBezTo>
                  <a:cubicBezTo>
                    <a:pt x="368736" y="7305"/>
                    <a:pt x="426790" y="26072"/>
                    <a:pt x="434353" y="41969"/>
                  </a:cubicBezTo>
                  <a:close/>
                </a:path>
              </a:pathLst>
            </a:custGeom>
            <a:solidFill>
              <a:srgbClr val="F7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9">
              <a:extLst>
                <a:ext uri="{FF2B5EF4-FFF2-40B4-BE49-F238E27FC236}">
                  <a16:creationId xmlns:a16="http://schemas.microsoft.com/office/drawing/2014/main" id="{D0DDAB5E-10BC-5DEE-13CA-08B08FF884F0}"/>
                </a:ext>
              </a:extLst>
            </p:cNvPr>
            <p:cNvSpPr/>
            <p:nvPr/>
          </p:nvSpPr>
          <p:spPr>
            <a:xfrm>
              <a:off x="8907322" y="4920423"/>
              <a:ext cx="142443" cy="102810"/>
            </a:xfrm>
            <a:custGeom>
              <a:avLst/>
              <a:gdLst>
                <a:gd name="connsiteX0" fmla="*/ 0 w 386448"/>
                <a:gd name="connsiteY0" fmla="*/ 138657 h 278923"/>
                <a:gd name="connsiteX1" fmla="*/ 63166 w 386448"/>
                <a:gd name="connsiteY1" fmla="*/ 0 h 278923"/>
                <a:gd name="connsiteX2" fmla="*/ 243210 w 386448"/>
                <a:gd name="connsiteY2" fmla="*/ 22619 h 278923"/>
                <a:gd name="connsiteX3" fmla="*/ 347973 w 386448"/>
                <a:gd name="connsiteY3" fmla="*/ 52732 h 278923"/>
                <a:gd name="connsiteX4" fmla="*/ 378435 w 386448"/>
                <a:gd name="connsiteY4" fmla="*/ 192439 h 278923"/>
                <a:gd name="connsiteX5" fmla="*/ 330816 w 386448"/>
                <a:gd name="connsiteY5" fmla="*/ 241319 h 278923"/>
                <a:gd name="connsiteX6" fmla="*/ 113587 w 386448"/>
                <a:gd name="connsiteY6" fmla="*/ 234596 h 278923"/>
                <a:gd name="connsiteX7" fmla="*/ 0 w 386448"/>
                <a:gd name="connsiteY7" fmla="*/ 138657 h 27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448" h="278923">
                  <a:moveTo>
                    <a:pt x="0" y="138657"/>
                  </a:moveTo>
                  <a:cubicBezTo>
                    <a:pt x="11135" y="87886"/>
                    <a:pt x="41877" y="46149"/>
                    <a:pt x="63166" y="0"/>
                  </a:cubicBezTo>
                  <a:cubicBezTo>
                    <a:pt x="120940" y="25350"/>
                    <a:pt x="180814" y="34874"/>
                    <a:pt x="243210" y="22619"/>
                  </a:cubicBezTo>
                  <a:cubicBezTo>
                    <a:pt x="283546" y="14706"/>
                    <a:pt x="321082" y="19748"/>
                    <a:pt x="347973" y="52732"/>
                  </a:cubicBezTo>
                  <a:cubicBezTo>
                    <a:pt x="381026" y="93348"/>
                    <a:pt x="397343" y="139987"/>
                    <a:pt x="378435" y="192439"/>
                  </a:cubicBezTo>
                  <a:cubicBezTo>
                    <a:pt x="370242" y="215198"/>
                    <a:pt x="350774" y="229204"/>
                    <a:pt x="330816" y="241319"/>
                  </a:cubicBezTo>
                  <a:cubicBezTo>
                    <a:pt x="247131" y="291880"/>
                    <a:pt x="184946" y="293210"/>
                    <a:pt x="113587" y="234596"/>
                  </a:cubicBezTo>
                  <a:cubicBezTo>
                    <a:pt x="75281" y="203013"/>
                    <a:pt x="34804" y="174161"/>
                    <a:pt x="0" y="138657"/>
                  </a:cubicBezTo>
                  <a:close/>
                </a:path>
              </a:pathLst>
            </a:custGeom>
            <a:solidFill>
              <a:srgbClr val="F6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9">
              <a:extLst>
                <a:ext uri="{FF2B5EF4-FFF2-40B4-BE49-F238E27FC236}">
                  <a16:creationId xmlns:a16="http://schemas.microsoft.com/office/drawing/2014/main" id="{1783A271-9959-7BC1-F4E8-95DD9205526B}"/>
                </a:ext>
              </a:extLst>
            </p:cNvPr>
            <p:cNvSpPr/>
            <p:nvPr/>
          </p:nvSpPr>
          <p:spPr>
            <a:xfrm>
              <a:off x="8245124" y="5826230"/>
              <a:ext cx="295042" cy="129531"/>
            </a:xfrm>
            <a:custGeom>
              <a:avLst/>
              <a:gdLst>
                <a:gd name="connsiteX0" fmla="*/ 448346 w 800448"/>
                <a:gd name="connsiteY0" fmla="*/ 133755 h 351418"/>
                <a:gd name="connsiteX1" fmla="*/ 786795 w 800448"/>
                <a:gd name="connsiteY1" fmla="*/ 313309 h 351418"/>
                <a:gd name="connsiteX2" fmla="*/ 544775 w 800448"/>
                <a:gd name="connsiteY2" fmla="*/ 346082 h 351418"/>
                <a:gd name="connsiteX3" fmla="*/ 323274 w 800448"/>
                <a:gd name="connsiteY3" fmla="*/ 348813 h 351418"/>
                <a:gd name="connsiteX4" fmla="*/ 300445 w 800448"/>
                <a:gd name="connsiteY4" fmla="*/ 342441 h 351418"/>
                <a:gd name="connsiteX5" fmla="*/ 242321 w 800448"/>
                <a:gd name="connsiteY5" fmla="*/ 287188 h 351418"/>
                <a:gd name="connsiteX6" fmla="*/ 202755 w 800448"/>
                <a:gd name="connsiteY6" fmla="*/ 284877 h 351418"/>
                <a:gd name="connsiteX7" fmla="*/ 140079 w 800448"/>
                <a:gd name="connsiteY7" fmla="*/ 283477 h 351418"/>
                <a:gd name="connsiteX8" fmla="*/ 16128 w 800448"/>
                <a:gd name="connsiteY8" fmla="*/ 176193 h 351418"/>
                <a:gd name="connsiteX9" fmla="*/ 6815 w 800448"/>
                <a:gd name="connsiteY9" fmla="*/ 132775 h 351418"/>
                <a:gd name="connsiteX10" fmla="*/ 82236 w 800448"/>
                <a:gd name="connsiteY10" fmla="*/ 0 h 351418"/>
                <a:gd name="connsiteX11" fmla="*/ 448346 w 800448"/>
                <a:gd name="connsiteY11" fmla="*/ 133755 h 35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0448" h="351418">
                  <a:moveTo>
                    <a:pt x="448346" y="133755"/>
                  </a:moveTo>
                  <a:cubicBezTo>
                    <a:pt x="508010" y="197551"/>
                    <a:pt x="716766" y="250283"/>
                    <a:pt x="786795" y="313309"/>
                  </a:cubicBezTo>
                  <a:cubicBezTo>
                    <a:pt x="850871" y="367581"/>
                    <a:pt x="675799" y="348813"/>
                    <a:pt x="544775" y="346082"/>
                  </a:cubicBezTo>
                  <a:cubicBezTo>
                    <a:pt x="471035" y="349723"/>
                    <a:pt x="397085" y="348673"/>
                    <a:pt x="323274" y="348813"/>
                  </a:cubicBezTo>
                  <a:cubicBezTo>
                    <a:pt x="315641" y="348813"/>
                    <a:pt x="308008" y="344682"/>
                    <a:pt x="300445" y="342441"/>
                  </a:cubicBezTo>
                  <a:cubicBezTo>
                    <a:pt x="280907" y="324163"/>
                    <a:pt x="260039" y="307146"/>
                    <a:pt x="242321" y="287188"/>
                  </a:cubicBezTo>
                  <a:cubicBezTo>
                    <a:pt x="228246" y="271292"/>
                    <a:pt x="216621" y="268840"/>
                    <a:pt x="202755" y="284877"/>
                  </a:cubicBezTo>
                  <a:cubicBezTo>
                    <a:pt x="181046" y="310017"/>
                    <a:pt x="162769" y="304905"/>
                    <a:pt x="140079" y="283477"/>
                  </a:cubicBezTo>
                  <a:cubicBezTo>
                    <a:pt x="100443" y="245941"/>
                    <a:pt x="58426" y="210787"/>
                    <a:pt x="16128" y="176193"/>
                  </a:cubicBezTo>
                  <a:cubicBezTo>
                    <a:pt x="-118" y="162887"/>
                    <a:pt x="-5650" y="151962"/>
                    <a:pt x="6815" y="132775"/>
                  </a:cubicBezTo>
                  <a:cubicBezTo>
                    <a:pt x="34616" y="90057"/>
                    <a:pt x="51143" y="40897"/>
                    <a:pt x="82236" y="0"/>
                  </a:cubicBezTo>
                  <a:cubicBezTo>
                    <a:pt x="84547" y="11135"/>
                    <a:pt x="333289" y="101262"/>
                    <a:pt x="448346" y="133755"/>
                  </a:cubicBezTo>
                  <a:close/>
                </a:path>
              </a:pathLst>
            </a:custGeom>
            <a:solidFill>
              <a:srgbClr val="040404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9">
              <a:extLst>
                <a:ext uri="{FF2B5EF4-FFF2-40B4-BE49-F238E27FC236}">
                  <a16:creationId xmlns:a16="http://schemas.microsoft.com/office/drawing/2014/main" id="{52AFB347-0EA6-BAD8-B43D-EF0E51B2CA38}"/>
                </a:ext>
              </a:extLst>
            </p:cNvPr>
            <p:cNvSpPr/>
            <p:nvPr/>
          </p:nvSpPr>
          <p:spPr>
            <a:xfrm>
              <a:off x="8607151" y="5577046"/>
              <a:ext cx="318597" cy="168083"/>
            </a:xfrm>
            <a:custGeom>
              <a:avLst/>
              <a:gdLst>
                <a:gd name="connsiteX0" fmla="*/ 845107 w 864351"/>
                <a:gd name="connsiteY0" fmla="*/ 376590 h 456007"/>
                <a:gd name="connsiteX1" fmla="*/ 768355 w 864351"/>
                <a:gd name="connsiteY1" fmla="*/ 345147 h 456007"/>
                <a:gd name="connsiteX2" fmla="*/ 601337 w 864351"/>
                <a:gd name="connsiteY2" fmla="*/ 313914 h 456007"/>
                <a:gd name="connsiteX3" fmla="*/ 537891 w 864351"/>
                <a:gd name="connsiteY3" fmla="*/ 277009 h 456007"/>
                <a:gd name="connsiteX4" fmla="*/ 226753 w 864351"/>
                <a:gd name="connsiteY4" fmla="*/ 17623 h 456007"/>
                <a:gd name="connsiteX5" fmla="*/ 178223 w 864351"/>
                <a:gd name="connsiteY5" fmla="*/ 21404 h 456007"/>
                <a:gd name="connsiteX6" fmla="*/ 98180 w 864351"/>
                <a:gd name="connsiteY6" fmla="*/ 118464 h 456007"/>
                <a:gd name="connsiteX7" fmla="*/ 22759 w 864351"/>
                <a:gd name="connsiteY7" fmla="*/ 287233 h 456007"/>
                <a:gd name="connsiteX8" fmla="*/ 0 w 864351"/>
                <a:gd name="connsiteY8" fmla="*/ 345007 h 456007"/>
                <a:gd name="connsiteX9" fmla="*/ 221011 w 864351"/>
                <a:gd name="connsiteY9" fmla="*/ 450050 h 456007"/>
                <a:gd name="connsiteX10" fmla="*/ 237888 w 864351"/>
                <a:gd name="connsiteY10" fmla="*/ 426170 h 456007"/>
                <a:gd name="connsiteX11" fmla="*/ 262608 w 864351"/>
                <a:gd name="connsiteY11" fmla="*/ 410624 h 456007"/>
                <a:gd name="connsiteX12" fmla="*/ 406377 w 864351"/>
                <a:gd name="connsiteY12" fmla="*/ 455302 h 456007"/>
                <a:gd name="connsiteX13" fmla="*/ 736912 w 864351"/>
                <a:gd name="connsiteY13" fmla="*/ 455582 h 456007"/>
                <a:gd name="connsiteX14" fmla="*/ 824168 w 864351"/>
                <a:gd name="connsiteY14" fmla="*/ 442627 h 456007"/>
                <a:gd name="connsiteX15" fmla="*/ 845107 w 864351"/>
                <a:gd name="connsiteY15" fmla="*/ 376590 h 45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4351" h="456007">
                  <a:moveTo>
                    <a:pt x="845107" y="376590"/>
                  </a:moveTo>
                  <a:cubicBezTo>
                    <a:pt x="822627" y="360483"/>
                    <a:pt x="795526" y="352220"/>
                    <a:pt x="768355" y="345147"/>
                  </a:cubicBezTo>
                  <a:cubicBezTo>
                    <a:pt x="713383" y="330791"/>
                    <a:pt x="657570" y="321267"/>
                    <a:pt x="601337" y="313914"/>
                  </a:cubicBezTo>
                  <a:cubicBezTo>
                    <a:pt x="586070" y="311953"/>
                    <a:pt x="549305" y="288423"/>
                    <a:pt x="537891" y="277009"/>
                  </a:cubicBezTo>
                  <a:cubicBezTo>
                    <a:pt x="451755" y="190944"/>
                    <a:pt x="289079" y="71194"/>
                    <a:pt x="226753" y="17623"/>
                  </a:cubicBezTo>
                  <a:cubicBezTo>
                    <a:pt x="198671" y="-6537"/>
                    <a:pt x="210436" y="-6397"/>
                    <a:pt x="178223" y="21404"/>
                  </a:cubicBezTo>
                  <a:cubicBezTo>
                    <a:pt x="150562" y="52987"/>
                    <a:pt x="122690" y="84500"/>
                    <a:pt x="98180" y="118464"/>
                  </a:cubicBezTo>
                  <a:cubicBezTo>
                    <a:pt x="52452" y="181770"/>
                    <a:pt x="14776" y="201798"/>
                    <a:pt x="22759" y="287233"/>
                  </a:cubicBezTo>
                  <a:cubicBezTo>
                    <a:pt x="24090" y="301099"/>
                    <a:pt x="10014" y="324278"/>
                    <a:pt x="0" y="345007"/>
                  </a:cubicBezTo>
                  <a:cubicBezTo>
                    <a:pt x="31863" y="372458"/>
                    <a:pt x="221011" y="450050"/>
                    <a:pt x="221011" y="450050"/>
                  </a:cubicBezTo>
                  <a:cubicBezTo>
                    <a:pt x="221641" y="449069"/>
                    <a:pt x="237607" y="427010"/>
                    <a:pt x="237888" y="426170"/>
                  </a:cubicBezTo>
                  <a:cubicBezTo>
                    <a:pt x="241879" y="414545"/>
                    <a:pt x="254274" y="399629"/>
                    <a:pt x="262608" y="410624"/>
                  </a:cubicBezTo>
                  <a:cubicBezTo>
                    <a:pt x="298532" y="458033"/>
                    <a:pt x="355396" y="456002"/>
                    <a:pt x="406377" y="455302"/>
                  </a:cubicBezTo>
                  <a:cubicBezTo>
                    <a:pt x="516462" y="456562"/>
                    <a:pt x="626687" y="455792"/>
                    <a:pt x="736912" y="455582"/>
                  </a:cubicBezTo>
                  <a:cubicBezTo>
                    <a:pt x="764924" y="455512"/>
                    <a:pt x="797347" y="450190"/>
                    <a:pt x="824168" y="442627"/>
                  </a:cubicBezTo>
                  <a:cubicBezTo>
                    <a:pt x="863104" y="431702"/>
                    <a:pt x="880611" y="402150"/>
                    <a:pt x="845107" y="376590"/>
                  </a:cubicBezTo>
                  <a:close/>
                </a:path>
              </a:pathLst>
            </a:custGeom>
            <a:solidFill>
              <a:srgbClr val="010101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9">
              <a:extLst>
                <a:ext uri="{FF2B5EF4-FFF2-40B4-BE49-F238E27FC236}">
                  <a16:creationId xmlns:a16="http://schemas.microsoft.com/office/drawing/2014/main" id="{F6730590-CABE-21C4-9A69-767C5078B06E}"/>
                </a:ext>
              </a:extLst>
            </p:cNvPr>
            <p:cNvSpPr/>
            <p:nvPr/>
          </p:nvSpPr>
          <p:spPr>
            <a:xfrm>
              <a:off x="8704257" y="4386159"/>
              <a:ext cx="100895" cy="561919"/>
            </a:xfrm>
            <a:custGeom>
              <a:avLst/>
              <a:gdLst>
                <a:gd name="connsiteX0" fmla="*/ 35505 w 273727"/>
                <a:gd name="connsiteY0" fmla="*/ 12115 h 1524483"/>
                <a:gd name="connsiteX1" fmla="*/ 209036 w 273727"/>
                <a:gd name="connsiteY1" fmla="*/ 211557 h 1524483"/>
                <a:gd name="connsiteX2" fmla="*/ 221991 w 273727"/>
                <a:gd name="connsiteY2" fmla="*/ 262118 h 1524483"/>
                <a:gd name="connsiteX3" fmla="*/ 263938 w 273727"/>
                <a:gd name="connsiteY3" fmla="*/ 568773 h 1524483"/>
                <a:gd name="connsiteX4" fmla="*/ 248882 w 273727"/>
                <a:gd name="connsiteY4" fmla="*/ 826899 h 1524483"/>
                <a:gd name="connsiteX5" fmla="*/ 159245 w 273727"/>
                <a:gd name="connsiteY5" fmla="*/ 1208486 h 1524483"/>
                <a:gd name="connsiteX6" fmla="*/ 0 w 273727"/>
                <a:gd name="connsiteY6" fmla="*/ 1459048 h 1524483"/>
                <a:gd name="connsiteX7" fmla="*/ 16877 w 273727"/>
                <a:gd name="connsiteY7" fmla="*/ 1468012 h 1524483"/>
                <a:gd name="connsiteX8" fmla="*/ 129553 w 273727"/>
                <a:gd name="connsiteY8" fmla="*/ 1514231 h 1524483"/>
                <a:gd name="connsiteX9" fmla="*/ 180954 w 273727"/>
                <a:gd name="connsiteY9" fmla="*/ 1482018 h 1524483"/>
                <a:gd name="connsiteX10" fmla="*/ 222411 w 273727"/>
                <a:gd name="connsiteY10" fmla="*/ 1213108 h 1524483"/>
                <a:gd name="connsiteX11" fmla="*/ 264148 w 273727"/>
                <a:gd name="connsiteY11" fmla="*/ 916186 h 1524483"/>
                <a:gd name="connsiteX12" fmla="*/ 273322 w 273727"/>
                <a:gd name="connsiteY12" fmla="*/ 351964 h 1524483"/>
                <a:gd name="connsiteX13" fmla="*/ 260927 w 273727"/>
                <a:gd name="connsiteY13" fmla="*/ 212747 h 1524483"/>
                <a:gd name="connsiteX14" fmla="*/ 91247 w 273727"/>
                <a:gd name="connsiteY14" fmla="*/ 0 h 1524483"/>
                <a:gd name="connsiteX15" fmla="*/ 34804 w 273727"/>
                <a:gd name="connsiteY15" fmla="*/ 9524 h 1524483"/>
                <a:gd name="connsiteX16" fmla="*/ 35505 w 273727"/>
                <a:gd name="connsiteY16" fmla="*/ 12115 h 152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727" h="1524483">
                  <a:moveTo>
                    <a:pt x="35505" y="12115"/>
                  </a:moveTo>
                  <a:cubicBezTo>
                    <a:pt x="134875" y="42437"/>
                    <a:pt x="187677" y="113236"/>
                    <a:pt x="209036" y="211557"/>
                  </a:cubicBezTo>
                  <a:cubicBezTo>
                    <a:pt x="212747" y="228574"/>
                    <a:pt x="218770" y="245101"/>
                    <a:pt x="221991" y="262118"/>
                  </a:cubicBezTo>
                  <a:cubicBezTo>
                    <a:pt x="241179" y="363659"/>
                    <a:pt x="267230" y="464501"/>
                    <a:pt x="263938" y="568773"/>
                  </a:cubicBezTo>
                  <a:cubicBezTo>
                    <a:pt x="261277" y="654909"/>
                    <a:pt x="256095" y="741044"/>
                    <a:pt x="248882" y="826899"/>
                  </a:cubicBezTo>
                  <a:cubicBezTo>
                    <a:pt x="237818" y="958343"/>
                    <a:pt x="213798" y="1087196"/>
                    <a:pt x="159245" y="1208486"/>
                  </a:cubicBezTo>
                  <a:cubicBezTo>
                    <a:pt x="118489" y="1299103"/>
                    <a:pt x="63236" y="1380966"/>
                    <a:pt x="0" y="1459048"/>
                  </a:cubicBezTo>
                  <a:cubicBezTo>
                    <a:pt x="6933" y="1462760"/>
                    <a:pt x="11695" y="1465841"/>
                    <a:pt x="16877" y="1468012"/>
                  </a:cubicBezTo>
                  <a:cubicBezTo>
                    <a:pt x="54342" y="1483558"/>
                    <a:pt x="91668" y="1499595"/>
                    <a:pt x="129553" y="1514231"/>
                  </a:cubicBezTo>
                  <a:cubicBezTo>
                    <a:pt x="174231" y="1531458"/>
                    <a:pt x="173671" y="1530828"/>
                    <a:pt x="180954" y="1482018"/>
                  </a:cubicBezTo>
                  <a:cubicBezTo>
                    <a:pt x="194330" y="1392311"/>
                    <a:pt x="209386" y="1302884"/>
                    <a:pt x="222411" y="1213108"/>
                  </a:cubicBezTo>
                  <a:cubicBezTo>
                    <a:pt x="236697" y="1114157"/>
                    <a:pt x="261557" y="1016327"/>
                    <a:pt x="264148" y="916186"/>
                  </a:cubicBezTo>
                  <a:cubicBezTo>
                    <a:pt x="269261" y="718074"/>
                    <a:pt x="270661" y="550146"/>
                    <a:pt x="273322" y="351964"/>
                  </a:cubicBezTo>
                  <a:cubicBezTo>
                    <a:pt x="275913" y="302944"/>
                    <a:pt x="265409" y="261487"/>
                    <a:pt x="260927" y="212747"/>
                  </a:cubicBezTo>
                  <a:cubicBezTo>
                    <a:pt x="251823" y="109105"/>
                    <a:pt x="158475" y="26261"/>
                    <a:pt x="91247" y="0"/>
                  </a:cubicBezTo>
                  <a:lnTo>
                    <a:pt x="34804" y="9524"/>
                  </a:lnTo>
                  <a:cubicBezTo>
                    <a:pt x="35014" y="10504"/>
                    <a:pt x="35295" y="11275"/>
                    <a:pt x="35505" y="12115"/>
                  </a:cubicBezTo>
                  <a:close/>
                </a:path>
              </a:pathLst>
            </a:custGeom>
            <a:solidFill>
              <a:srgbClr val="D7DF23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9">
              <a:extLst>
                <a:ext uri="{FF2B5EF4-FFF2-40B4-BE49-F238E27FC236}">
                  <a16:creationId xmlns:a16="http://schemas.microsoft.com/office/drawing/2014/main" id="{7BCB49AB-D62F-83C6-49C4-107F2688D6AF}"/>
                </a:ext>
              </a:extLst>
            </p:cNvPr>
            <p:cNvSpPr/>
            <p:nvPr/>
          </p:nvSpPr>
          <p:spPr>
            <a:xfrm>
              <a:off x="8681938" y="4168976"/>
              <a:ext cx="219135" cy="220719"/>
            </a:xfrm>
            <a:custGeom>
              <a:avLst/>
              <a:gdLst>
                <a:gd name="connsiteX0" fmla="*/ 589686 w 594511"/>
                <a:gd name="connsiteY0" fmla="*/ 53146 h 598810"/>
                <a:gd name="connsiteX1" fmla="*/ 585205 w 594511"/>
                <a:gd name="connsiteY1" fmla="*/ 42222 h 598810"/>
                <a:gd name="connsiteX2" fmla="*/ 554462 w 594511"/>
                <a:gd name="connsiteY2" fmla="*/ 30667 h 598810"/>
                <a:gd name="connsiteX3" fmla="*/ 488635 w 594511"/>
                <a:gd name="connsiteY3" fmla="*/ 43692 h 598810"/>
                <a:gd name="connsiteX4" fmla="*/ 488635 w 594511"/>
                <a:gd name="connsiteY4" fmla="*/ 43692 h 598810"/>
                <a:gd name="connsiteX5" fmla="*/ 405161 w 594511"/>
                <a:gd name="connsiteY5" fmla="*/ 6857 h 598810"/>
                <a:gd name="connsiteX6" fmla="*/ 404951 w 594511"/>
                <a:gd name="connsiteY6" fmla="*/ 6787 h 598810"/>
                <a:gd name="connsiteX7" fmla="*/ 404741 w 594511"/>
                <a:gd name="connsiteY7" fmla="*/ 6787 h 598810"/>
                <a:gd name="connsiteX8" fmla="*/ 326658 w 594511"/>
                <a:gd name="connsiteY8" fmla="*/ 64 h 598810"/>
                <a:gd name="connsiteX9" fmla="*/ 326658 w 594511"/>
                <a:gd name="connsiteY9" fmla="*/ 64 h 598810"/>
                <a:gd name="connsiteX10" fmla="*/ 326658 w 594511"/>
                <a:gd name="connsiteY10" fmla="*/ 64 h 598810"/>
                <a:gd name="connsiteX11" fmla="*/ 226517 w 594511"/>
                <a:gd name="connsiteY11" fmla="*/ 20023 h 598810"/>
                <a:gd name="connsiteX12" fmla="*/ 225467 w 594511"/>
                <a:gd name="connsiteY12" fmla="*/ 20233 h 598810"/>
                <a:gd name="connsiteX13" fmla="*/ 224907 w 594511"/>
                <a:gd name="connsiteY13" fmla="*/ 20583 h 598810"/>
                <a:gd name="connsiteX14" fmla="*/ 47104 w 594511"/>
                <a:gd name="connsiteY14" fmla="*/ 142853 h 598810"/>
                <a:gd name="connsiteX15" fmla="*/ 19442 w 594511"/>
                <a:gd name="connsiteY15" fmla="*/ 194884 h 598810"/>
                <a:gd name="connsiteX16" fmla="*/ 19373 w 594511"/>
                <a:gd name="connsiteY16" fmla="*/ 194954 h 598810"/>
                <a:gd name="connsiteX17" fmla="*/ 19373 w 594511"/>
                <a:gd name="connsiteY17" fmla="*/ 195094 h 598810"/>
                <a:gd name="connsiteX18" fmla="*/ 95494 w 594511"/>
                <a:gd name="connsiteY18" fmla="*/ 598810 h 598810"/>
                <a:gd name="connsiteX19" fmla="*/ 151937 w 594511"/>
                <a:gd name="connsiteY19" fmla="*/ 589286 h 598810"/>
                <a:gd name="connsiteX20" fmla="*/ 151587 w 594511"/>
                <a:gd name="connsiteY20" fmla="*/ 589076 h 598810"/>
                <a:gd name="connsiteX21" fmla="*/ 232750 w 594511"/>
                <a:gd name="connsiteY21" fmla="*/ 496708 h 598810"/>
                <a:gd name="connsiteX22" fmla="*/ 269515 w 594511"/>
                <a:gd name="connsiteY22" fmla="*/ 362183 h 598810"/>
                <a:gd name="connsiteX23" fmla="*/ 340034 w 594511"/>
                <a:gd name="connsiteY23" fmla="*/ 339774 h 598810"/>
                <a:gd name="connsiteX24" fmla="*/ 370216 w 594511"/>
                <a:gd name="connsiteY24" fmla="*/ 411973 h 598810"/>
                <a:gd name="connsiteX25" fmla="*/ 414895 w 594511"/>
                <a:gd name="connsiteY25" fmla="*/ 158189 h 598810"/>
                <a:gd name="connsiteX26" fmla="*/ 450749 w 594511"/>
                <a:gd name="connsiteY26" fmla="*/ 127657 h 598810"/>
                <a:gd name="connsiteX27" fmla="*/ 584154 w 594511"/>
                <a:gd name="connsiteY27" fmla="*/ 133399 h 598810"/>
                <a:gd name="connsiteX28" fmla="*/ 589686 w 594511"/>
                <a:gd name="connsiteY28" fmla="*/ 53146 h 59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94511" h="598810">
                  <a:moveTo>
                    <a:pt x="589686" y="53146"/>
                  </a:moveTo>
                  <a:cubicBezTo>
                    <a:pt x="588426" y="49505"/>
                    <a:pt x="586955" y="45863"/>
                    <a:pt x="585205" y="42222"/>
                  </a:cubicBezTo>
                  <a:cubicBezTo>
                    <a:pt x="578062" y="27516"/>
                    <a:pt x="571619" y="18272"/>
                    <a:pt x="554462" y="30667"/>
                  </a:cubicBezTo>
                  <a:cubicBezTo>
                    <a:pt x="532473" y="46634"/>
                    <a:pt x="510694" y="49575"/>
                    <a:pt x="488635" y="43692"/>
                  </a:cubicBezTo>
                  <a:lnTo>
                    <a:pt x="488635" y="43692"/>
                  </a:lnTo>
                  <a:cubicBezTo>
                    <a:pt x="488635" y="43692"/>
                    <a:pt x="423298" y="12109"/>
                    <a:pt x="405161" y="6857"/>
                  </a:cubicBezTo>
                  <a:lnTo>
                    <a:pt x="404951" y="6787"/>
                  </a:lnTo>
                  <a:lnTo>
                    <a:pt x="404741" y="6787"/>
                  </a:lnTo>
                  <a:cubicBezTo>
                    <a:pt x="387864" y="1885"/>
                    <a:pt x="334782" y="-426"/>
                    <a:pt x="326658" y="64"/>
                  </a:cubicBezTo>
                  <a:lnTo>
                    <a:pt x="326658" y="64"/>
                  </a:lnTo>
                  <a:lnTo>
                    <a:pt x="326658" y="64"/>
                  </a:lnTo>
                  <a:cubicBezTo>
                    <a:pt x="290874" y="2305"/>
                    <a:pt x="257610" y="9168"/>
                    <a:pt x="226517" y="20023"/>
                  </a:cubicBezTo>
                  <a:lnTo>
                    <a:pt x="225467" y="20233"/>
                  </a:lnTo>
                  <a:lnTo>
                    <a:pt x="224907" y="20583"/>
                  </a:lnTo>
                  <a:cubicBezTo>
                    <a:pt x="150396" y="46984"/>
                    <a:pt x="98015" y="73595"/>
                    <a:pt x="47104" y="142853"/>
                  </a:cubicBezTo>
                  <a:cubicBezTo>
                    <a:pt x="40241" y="152167"/>
                    <a:pt x="24835" y="185220"/>
                    <a:pt x="19442" y="194884"/>
                  </a:cubicBezTo>
                  <a:lnTo>
                    <a:pt x="19373" y="194954"/>
                  </a:lnTo>
                  <a:lnTo>
                    <a:pt x="19373" y="195094"/>
                  </a:lnTo>
                  <a:cubicBezTo>
                    <a:pt x="-44774" y="406791"/>
                    <a:pt x="68673" y="552171"/>
                    <a:pt x="95494" y="598810"/>
                  </a:cubicBezTo>
                  <a:lnTo>
                    <a:pt x="151937" y="589286"/>
                  </a:lnTo>
                  <a:cubicBezTo>
                    <a:pt x="151797" y="589216"/>
                    <a:pt x="151727" y="589146"/>
                    <a:pt x="151587" y="589076"/>
                  </a:cubicBezTo>
                  <a:cubicBezTo>
                    <a:pt x="203338" y="576261"/>
                    <a:pt x="219445" y="536344"/>
                    <a:pt x="232750" y="496708"/>
                  </a:cubicBezTo>
                  <a:cubicBezTo>
                    <a:pt x="247526" y="452730"/>
                    <a:pt x="256630" y="406861"/>
                    <a:pt x="269515" y="362183"/>
                  </a:cubicBezTo>
                  <a:cubicBezTo>
                    <a:pt x="286462" y="303289"/>
                    <a:pt x="315454" y="283751"/>
                    <a:pt x="340034" y="339774"/>
                  </a:cubicBezTo>
                  <a:cubicBezTo>
                    <a:pt x="349488" y="361273"/>
                    <a:pt x="353620" y="386623"/>
                    <a:pt x="370216" y="411973"/>
                  </a:cubicBezTo>
                  <a:cubicBezTo>
                    <a:pt x="367625" y="331020"/>
                    <a:pt x="357121" y="223806"/>
                    <a:pt x="414895" y="158189"/>
                  </a:cubicBezTo>
                  <a:lnTo>
                    <a:pt x="450749" y="127657"/>
                  </a:lnTo>
                  <a:cubicBezTo>
                    <a:pt x="493537" y="99925"/>
                    <a:pt x="539476" y="97755"/>
                    <a:pt x="584154" y="133399"/>
                  </a:cubicBezTo>
                  <a:cubicBezTo>
                    <a:pt x="593678" y="106788"/>
                    <a:pt x="598930" y="80247"/>
                    <a:pt x="589686" y="53146"/>
                  </a:cubicBez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9">
              <a:extLst>
                <a:ext uri="{FF2B5EF4-FFF2-40B4-BE49-F238E27FC236}">
                  <a16:creationId xmlns:a16="http://schemas.microsoft.com/office/drawing/2014/main" id="{B88E8F13-38AD-C526-8E4B-788971EB4118}"/>
                </a:ext>
              </a:extLst>
            </p:cNvPr>
            <p:cNvSpPr/>
            <p:nvPr/>
          </p:nvSpPr>
          <p:spPr>
            <a:xfrm>
              <a:off x="8129003" y="5096384"/>
              <a:ext cx="591206" cy="493818"/>
            </a:xfrm>
            <a:custGeom>
              <a:avLst/>
              <a:gdLst>
                <a:gd name="connsiteX0" fmla="*/ 1091748 w 1603937"/>
                <a:gd name="connsiteY0" fmla="*/ 231100 h 1339724"/>
                <a:gd name="connsiteX1" fmla="*/ 1111006 w 1603937"/>
                <a:gd name="connsiteY1" fmla="*/ 155469 h 1339724"/>
                <a:gd name="connsiteX2" fmla="*/ 1050921 w 1603937"/>
                <a:gd name="connsiteY2" fmla="*/ 54347 h 1339724"/>
                <a:gd name="connsiteX3" fmla="*/ 847628 w 1603937"/>
                <a:gd name="connsiteY3" fmla="*/ 2596 h 1339724"/>
                <a:gd name="connsiteX4" fmla="*/ 746506 w 1603937"/>
                <a:gd name="connsiteY4" fmla="*/ 62681 h 1339724"/>
                <a:gd name="connsiteX5" fmla="*/ 727248 w 1603937"/>
                <a:gd name="connsiteY5" fmla="*/ 138312 h 1339724"/>
                <a:gd name="connsiteX6" fmla="*/ 249022 w 1603937"/>
                <a:gd name="connsiteY6" fmla="*/ 16602 h 1339724"/>
                <a:gd name="connsiteX7" fmla="*/ 0 w 1603937"/>
                <a:gd name="connsiteY7" fmla="*/ 994833 h 1339724"/>
                <a:gd name="connsiteX8" fmla="*/ 1354986 w 1603937"/>
                <a:gd name="connsiteY8" fmla="*/ 1339724 h 1339724"/>
                <a:gd name="connsiteX9" fmla="*/ 1603938 w 1603937"/>
                <a:gd name="connsiteY9" fmla="*/ 361423 h 1339724"/>
                <a:gd name="connsiteX10" fmla="*/ 1091748 w 1603937"/>
                <a:gd name="connsiteY10" fmla="*/ 231100 h 1339724"/>
                <a:gd name="connsiteX11" fmla="*/ 781170 w 1603937"/>
                <a:gd name="connsiteY11" fmla="*/ 98185 h 1339724"/>
                <a:gd name="connsiteX12" fmla="*/ 864154 w 1603937"/>
                <a:gd name="connsiteY12" fmla="*/ 48885 h 1339724"/>
                <a:gd name="connsiteX13" fmla="*/ 1015136 w 1603937"/>
                <a:gd name="connsiteY13" fmla="*/ 87331 h 1339724"/>
                <a:gd name="connsiteX14" fmla="*/ 1064437 w 1603937"/>
                <a:gd name="connsiteY14" fmla="*/ 170315 h 1339724"/>
                <a:gd name="connsiteX15" fmla="*/ 1051551 w 1603937"/>
                <a:gd name="connsiteY15" fmla="*/ 220875 h 1339724"/>
                <a:gd name="connsiteX16" fmla="*/ 768285 w 1603937"/>
                <a:gd name="connsiteY16" fmla="*/ 148746 h 1339724"/>
                <a:gd name="connsiteX17" fmla="*/ 781170 w 1603937"/>
                <a:gd name="connsiteY17" fmla="*/ 98185 h 1339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03937" h="1339724">
                  <a:moveTo>
                    <a:pt x="1091748" y="231100"/>
                  </a:moveTo>
                  <a:lnTo>
                    <a:pt x="1111006" y="155469"/>
                  </a:lnTo>
                  <a:cubicBezTo>
                    <a:pt x="1122350" y="110931"/>
                    <a:pt x="1095459" y="65692"/>
                    <a:pt x="1050921" y="54347"/>
                  </a:cubicBezTo>
                  <a:lnTo>
                    <a:pt x="847628" y="2596"/>
                  </a:lnTo>
                  <a:cubicBezTo>
                    <a:pt x="803089" y="-8749"/>
                    <a:pt x="757851" y="18142"/>
                    <a:pt x="746506" y="62681"/>
                  </a:cubicBezTo>
                  <a:lnTo>
                    <a:pt x="727248" y="138312"/>
                  </a:lnTo>
                  <a:lnTo>
                    <a:pt x="249022" y="16602"/>
                  </a:lnTo>
                  <a:lnTo>
                    <a:pt x="0" y="994833"/>
                  </a:lnTo>
                  <a:lnTo>
                    <a:pt x="1354986" y="1339724"/>
                  </a:lnTo>
                  <a:lnTo>
                    <a:pt x="1603938" y="361423"/>
                  </a:lnTo>
                  <a:lnTo>
                    <a:pt x="1091748" y="231100"/>
                  </a:lnTo>
                  <a:close/>
                  <a:moveTo>
                    <a:pt x="781170" y="98185"/>
                  </a:moveTo>
                  <a:cubicBezTo>
                    <a:pt x="790484" y="61630"/>
                    <a:pt x="827669" y="39571"/>
                    <a:pt x="864154" y="48885"/>
                  </a:cubicBezTo>
                  <a:lnTo>
                    <a:pt x="1015136" y="87331"/>
                  </a:lnTo>
                  <a:cubicBezTo>
                    <a:pt x="1051691" y="96645"/>
                    <a:pt x="1073750" y="133830"/>
                    <a:pt x="1064437" y="170315"/>
                  </a:cubicBezTo>
                  <a:lnTo>
                    <a:pt x="1051551" y="220875"/>
                  </a:lnTo>
                  <a:lnTo>
                    <a:pt x="768285" y="148746"/>
                  </a:lnTo>
                  <a:lnTo>
                    <a:pt x="781170" y="98185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9">
              <a:extLst>
                <a:ext uri="{FF2B5EF4-FFF2-40B4-BE49-F238E27FC236}">
                  <a16:creationId xmlns:a16="http://schemas.microsoft.com/office/drawing/2014/main" id="{CDEE2C48-7B33-3536-3A99-D613AF3EB7B2}"/>
                </a:ext>
              </a:extLst>
            </p:cNvPr>
            <p:cNvSpPr/>
            <p:nvPr/>
          </p:nvSpPr>
          <p:spPr>
            <a:xfrm>
              <a:off x="8436070" y="5049924"/>
              <a:ext cx="96586" cy="113631"/>
            </a:xfrm>
            <a:custGeom>
              <a:avLst/>
              <a:gdLst>
                <a:gd name="connsiteX0" fmla="*/ 81573 w 262037"/>
                <a:gd name="connsiteY0" fmla="*/ 0 h 308280"/>
                <a:gd name="connsiteX1" fmla="*/ 249011 w 262037"/>
                <a:gd name="connsiteY1" fmla="*/ 26961 h 308280"/>
                <a:gd name="connsiteX2" fmla="*/ 260776 w 262037"/>
                <a:gd name="connsiteY2" fmla="*/ 48880 h 308280"/>
                <a:gd name="connsiteX3" fmla="*/ 222471 w 262037"/>
                <a:gd name="connsiteY3" fmla="*/ 224932 h 308280"/>
                <a:gd name="connsiteX4" fmla="*/ 198591 w 262037"/>
                <a:gd name="connsiteY4" fmla="*/ 276613 h 308280"/>
                <a:gd name="connsiteX5" fmla="*/ 106993 w 262037"/>
                <a:gd name="connsiteY5" fmla="*/ 296922 h 308280"/>
                <a:gd name="connsiteX6" fmla="*/ 4821 w 262037"/>
                <a:gd name="connsiteY6" fmla="*/ 163937 h 308280"/>
                <a:gd name="connsiteX7" fmla="*/ 30522 w 262037"/>
                <a:gd name="connsiteY7" fmla="*/ 84314 h 308280"/>
                <a:gd name="connsiteX8" fmla="*/ 81573 w 262037"/>
                <a:gd name="connsiteY8" fmla="*/ 0 h 3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037" h="308280">
                  <a:moveTo>
                    <a:pt x="81573" y="0"/>
                  </a:moveTo>
                  <a:cubicBezTo>
                    <a:pt x="138716" y="770"/>
                    <a:pt x="191938" y="25490"/>
                    <a:pt x="249011" y="26961"/>
                  </a:cubicBezTo>
                  <a:cubicBezTo>
                    <a:pt x="264908" y="27381"/>
                    <a:pt x="262527" y="37115"/>
                    <a:pt x="260776" y="48880"/>
                  </a:cubicBezTo>
                  <a:cubicBezTo>
                    <a:pt x="251953" y="108474"/>
                    <a:pt x="241869" y="167719"/>
                    <a:pt x="222471" y="224932"/>
                  </a:cubicBezTo>
                  <a:cubicBezTo>
                    <a:pt x="219879" y="232635"/>
                    <a:pt x="205804" y="266739"/>
                    <a:pt x="198591" y="276613"/>
                  </a:cubicBezTo>
                  <a:cubicBezTo>
                    <a:pt x="175201" y="308897"/>
                    <a:pt x="140537" y="318000"/>
                    <a:pt x="106993" y="296922"/>
                  </a:cubicBezTo>
                  <a:cubicBezTo>
                    <a:pt x="56923" y="265409"/>
                    <a:pt x="23729" y="219890"/>
                    <a:pt x="4821" y="163937"/>
                  </a:cubicBezTo>
                  <a:cubicBezTo>
                    <a:pt x="-6313" y="131024"/>
                    <a:pt x="1670" y="101472"/>
                    <a:pt x="30522" y="84314"/>
                  </a:cubicBezTo>
                  <a:cubicBezTo>
                    <a:pt x="64066" y="64286"/>
                    <a:pt x="77861" y="36135"/>
                    <a:pt x="81573" y="0"/>
                  </a:cubicBezTo>
                  <a:close/>
                </a:path>
              </a:pathLst>
            </a:custGeom>
            <a:solidFill>
              <a:srgbClr val="F6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Freeform 108">
            <a:extLst>
              <a:ext uri="{FF2B5EF4-FFF2-40B4-BE49-F238E27FC236}">
                <a16:creationId xmlns:a16="http://schemas.microsoft.com/office/drawing/2014/main" id="{6434B0BE-CD2C-F8CB-7564-231C9B022857}"/>
              </a:ext>
            </a:extLst>
          </p:cNvPr>
          <p:cNvSpPr/>
          <p:nvPr/>
        </p:nvSpPr>
        <p:spPr>
          <a:xfrm>
            <a:off x="4645123" y="1961516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5564288A-5D50-C561-5BBB-4F3A06A9BC24}"/>
              </a:ext>
            </a:extLst>
          </p:cNvPr>
          <p:cNvSpPr/>
          <p:nvPr/>
        </p:nvSpPr>
        <p:spPr>
          <a:xfrm rot="2700000">
            <a:off x="4687702" y="3381637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4" name="Rounded Rectangle 51">
            <a:extLst>
              <a:ext uri="{FF2B5EF4-FFF2-40B4-BE49-F238E27FC236}">
                <a16:creationId xmlns:a16="http://schemas.microsoft.com/office/drawing/2014/main" id="{E0EFDB17-D97B-D995-3A73-4E337E9BD0EF}"/>
              </a:ext>
            </a:extLst>
          </p:cNvPr>
          <p:cNvSpPr/>
          <p:nvPr/>
        </p:nvSpPr>
        <p:spPr>
          <a:xfrm rot="16200000" flipH="1">
            <a:off x="4621184" y="488221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66090-AC10-487B-A28B-127BC2D557AD}"/>
              </a:ext>
            </a:extLst>
          </p:cNvPr>
          <p:cNvSpPr txBox="1"/>
          <p:nvPr/>
        </p:nvSpPr>
        <p:spPr>
          <a:xfrm>
            <a:off x="1869441" y="1527526"/>
            <a:ext cx="5323839" cy="431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Desire for independence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Financial rewards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Personal satisfaction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Passion for innovation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Frustration with working for others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Desire to create their own lifestyle 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0C907-22A4-4299-9BA2-913EFAC86CA6}"/>
              </a:ext>
            </a:extLst>
          </p:cNvPr>
          <p:cNvSpPr txBox="1"/>
          <p:nvPr/>
        </p:nvSpPr>
        <p:spPr>
          <a:xfrm>
            <a:off x="1869441" y="1011343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Why People Become Entrepreneurs</a:t>
            </a:r>
            <a:endParaRPr lang="ko-KR" altLang="en-US" sz="2400" b="1" dirty="0">
              <a:solidFill>
                <a:schemeClr val="accent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F2FFAFA-DE28-6162-5116-3192038C4AAE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6" r="2160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10DE-2B2E-D288-6C20-21B520AB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47F64023-391F-73B7-9083-9F3D0A0C768F}"/>
              </a:ext>
            </a:extLst>
          </p:cNvPr>
          <p:cNvGrpSpPr/>
          <p:nvPr/>
        </p:nvGrpSpPr>
        <p:grpSpPr>
          <a:xfrm>
            <a:off x="4826001" y="3030398"/>
            <a:ext cx="7193280" cy="1077218"/>
            <a:chOff x="4801964" y="755392"/>
            <a:chExt cx="6684029" cy="107721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3271895-2BB8-8756-70EC-9E1F30EA7B10}"/>
                </a:ext>
              </a:extLst>
            </p:cNvPr>
            <p:cNvSpPr txBox="1"/>
            <p:nvPr/>
          </p:nvSpPr>
          <p:spPr>
            <a:xfrm>
              <a:off x="5885717" y="755392"/>
              <a:ext cx="5600276" cy="1077218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Characteristics of Successful Entrepreneurs</a:t>
              </a:r>
              <a:endParaRPr lang="ko-KR" alt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E12C70-980D-1072-86B7-E0BB2F363C08}"/>
                </a:ext>
              </a:extLst>
            </p:cNvPr>
            <p:cNvSpPr txBox="1"/>
            <p:nvPr/>
          </p:nvSpPr>
          <p:spPr>
            <a:xfrm>
              <a:off x="4801964" y="769273"/>
              <a:ext cx="1083753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02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26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D07F-7F75-B50A-CA0E-1693B4D1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448D89-A2F9-847B-45D4-B5D8F2D5B1A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9562" y="153365"/>
            <a:ext cx="11572875" cy="72390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Characteristics of Successful Entrepreneurs</a:t>
            </a:r>
            <a:endParaRPr lang="en-US" sz="5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895DC7A5-8623-131A-90CA-BDC7CE0F47EB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3">
            <a:extLst>
              <a:ext uri="{FF2B5EF4-FFF2-40B4-BE49-F238E27FC236}">
                <a16:creationId xmlns:a16="http://schemas.microsoft.com/office/drawing/2014/main" id="{799E0399-61C6-547F-6E42-280DC93EA95F}"/>
              </a:ext>
            </a:extLst>
          </p:cNvPr>
          <p:cNvGrpSpPr/>
          <p:nvPr/>
        </p:nvGrpSpPr>
        <p:grpSpPr>
          <a:xfrm>
            <a:off x="1930400" y="764765"/>
            <a:ext cx="1736812" cy="5997052"/>
            <a:chOff x="6576209" y="627534"/>
            <a:chExt cx="1103056" cy="4077545"/>
          </a:xfrm>
        </p:grpSpPr>
        <p:sp>
          <p:nvSpPr>
            <p:cNvPr id="151" name="Oval 2">
              <a:extLst>
                <a:ext uri="{FF2B5EF4-FFF2-40B4-BE49-F238E27FC236}">
                  <a16:creationId xmlns:a16="http://schemas.microsoft.com/office/drawing/2014/main" id="{47237104-ED5D-2C60-28ED-A0E0679E6EC5}"/>
                </a:ext>
              </a:extLst>
            </p:cNvPr>
            <p:cNvSpPr/>
            <p:nvPr/>
          </p:nvSpPr>
          <p:spPr>
            <a:xfrm rot="1887332">
              <a:off x="6576209" y="4001864"/>
              <a:ext cx="1089847" cy="70321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Group 56">
              <a:extLst>
                <a:ext uri="{FF2B5EF4-FFF2-40B4-BE49-F238E27FC236}">
                  <a16:creationId xmlns:a16="http://schemas.microsoft.com/office/drawing/2014/main" id="{CA1FA4F5-E4C3-2831-EAF3-8F235022E51F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153" name="Freeform 57">
                <a:extLst>
                  <a:ext uri="{FF2B5EF4-FFF2-40B4-BE49-F238E27FC236}">
                    <a16:creationId xmlns:a16="http://schemas.microsoft.com/office/drawing/2014/main" id="{2E083C47-AEA6-C014-802D-D5664319D76F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4" name="Freeform 58">
                <a:extLst>
                  <a:ext uri="{FF2B5EF4-FFF2-40B4-BE49-F238E27FC236}">
                    <a16:creationId xmlns:a16="http://schemas.microsoft.com/office/drawing/2014/main" id="{82DA0411-12F5-A4EC-CAF8-8CD1E1249E97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" name="Freeform 59">
                <a:extLst>
                  <a:ext uri="{FF2B5EF4-FFF2-40B4-BE49-F238E27FC236}">
                    <a16:creationId xmlns:a16="http://schemas.microsoft.com/office/drawing/2014/main" id="{3159483C-7845-27C7-D522-84797C7CABC3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Freeform 60">
                <a:extLst>
                  <a:ext uri="{FF2B5EF4-FFF2-40B4-BE49-F238E27FC236}">
                    <a16:creationId xmlns:a16="http://schemas.microsoft.com/office/drawing/2014/main" id="{A8EB974E-EDCB-5987-8CB8-0D63654738E4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Freeform 61">
                <a:extLst>
                  <a:ext uri="{FF2B5EF4-FFF2-40B4-BE49-F238E27FC236}">
                    <a16:creationId xmlns:a16="http://schemas.microsoft.com/office/drawing/2014/main" id="{BF9EEA65-08DB-C1BD-218A-9CD7043CFD23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Freeform 62">
                <a:extLst>
                  <a:ext uri="{FF2B5EF4-FFF2-40B4-BE49-F238E27FC236}">
                    <a16:creationId xmlns:a16="http://schemas.microsoft.com/office/drawing/2014/main" id="{59FA56CB-D15B-0656-FD7F-E8E64DBF12A5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Freeform 63">
                <a:extLst>
                  <a:ext uri="{FF2B5EF4-FFF2-40B4-BE49-F238E27FC236}">
                    <a16:creationId xmlns:a16="http://schemas.microsoft.com/office/drawing/2014/main" id="{20D7F494-294D-4D63-6169-5B5F33B58FF2}"/>
                  </a:ext>
                </a:extLst>
              </p:cNvPr>
              <p:cNvSpPr/>
              <p:nvPr/>
            </p:nvSpPr>
            <p:spPr>
              <a:xfrm>
                <a:off x="2637393" y="1187979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Freeform 64">
                <a:extLst>
                  <a:ext uri="{FF2B5EF4-FFF2-40B4-BE49-F238E27FC236}">
                    <a16:creationId xmlns:a16="http://schemas.microsoft.com/office/drawing/2014/main" id="{C3C36E11-457B-6378-5573-65CAA9AAF651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Freeform 65">
                <a:extLst>
                  <a:ext uri="{FF2B5EF4-FFF2-40B4-BE49-F238E27FC236}">
                    <a16:creationId xmlns:a16="http://schemas.microsoft.com/office/drawing/2014/main" id="{B108F809-ABE6-BD9D-5EC0-F06ED7FC31D7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Freeform 66">
                <a:extLst>
                  <a:ext uri="{FF2B5EF4-FFF2-40B4-BE49-F238E27FC236}">
                    <a16:creationId xmlns:a16="http://schemas.microsoft.com/office/drawing/2014/main" id="{E1E460EE-8595-CBAC-2009-AA227FDDCED8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Freeform 67">
                <a:extLst>
                  <a:ext uri="{FF2B5EF4-FFF2-40B4-BE49-F238E27FC236}">
                    <a16:creationId xmlns:a16="http://schemas.microsoft.com/office/drawing/2014/main" id="{00172242-6317-EEE5-BC7F-F6C87FD3CB4F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Freeform 68">
                <a:extLst>
                  <a:ext uri="{FF2B5EF4-FFF2-40B4-BE49-F238E27FC236}">
                    <a16:creationId xmlns:a16="http://schemas.microsoft.com/office/drawing/2014/main" id="{8C8454E4-C955-B42C-C571-EE07EBA8A5FF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Freeform 69">
                <a:extLst>
                  <a:ext uri="{FF2B5EF4-FFF2-40B4-BE49-F238E27FC236}">
                    <a16:creationId xmlns:a16="http://schemas.microsoft.com/office/drawing/2014/main" id="{38C49A57-96FD-F722-BF3B-2A97F8FF8FD2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C763CD21-D931-02C9-2142-37C7066A6AC8}"/>
              </a:ext>
            </a:extLst>
          </p:cNvPr>
          <p:cNvSpPr txBox="1"/>
          <p:nvPr/>
        </p:nvSpPr>
        <p:spPr>
          <a:xfrm>
            <a:off x="3833464" y="1645587"/>
            <a:ext cx="7804179" cy="296158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Ambitious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 are highly motivated and achievement-oriented.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Independent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They prefer leading rather than following others.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Self-Confident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 believe in their ability to solve problems and succeed. </a:t>
            </a:r>
          </a:p>
        </p:txBody>
      </p:sp>
    </p:spTree>
    <p:extLst>
      <p:ext uri="{BB962C8B-B14F-4D97-AF65-F5344CB8AC3E}">
        <p14:creationId xmlns:p14="http://schemas.microsoft.com/office/powerpoint/2010/main" val="2918005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AE5F-7001-A30D-A883-9A8CBE14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072410-29AF-3FFD-98F8-52A175730B0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86080" y="200108"/>
            <a:ext cx="11572875" cy="72390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Characteristics of Successful Entrepreneurs</a:t>
            </a:r>
            <a:endParaRPr lang="en-US" sz="5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2893CB6D-DBEE-21CD-67F4-57A69B7BD1C3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3">
            <a:extLst>
              <a:ext uri="{FF2B5EF4-FFF2-40B4-BE49-F238E27FC236}">
                <a16:creationId xmlns:a16="http://schemas.microsoft.com/office/drawing/2014/main" id="{3504E8EE-3280-CB69-93B3-6B25CC64DBF8}"/>
              </a:ext>
            </a:extLst>
          </p:cNvPr>
          <p:cNvGrpSpPr/>
          <p:nvPr/>
        </p:nvGrpSpPr>
        <p:grpSpPr>
          <a:xfrm>
            <a:off x="1930400" y="764765"/>
            <a:ext cx="1736812" cy="5997052"/>
            <a:chOff x="6576209" y="627534"/>
            <a:chExt cx="1103056" cy="4077545"/>
          </a:xfrm>
        </p:grpSpPr>
        <p:sp>
          <p:nvSpPr>
            <p:cNvPr id="151" name="Oval 2">
              <a:extLst>
                <a:ext uri="{FF2B5EF4-FFF2-40B4-BE49-F238E27FC236}">
                  <a16:creationId xmlns:a16="http://schemas.microsoft.com/office/drawing/2014/main" id="{4D98E537-7783-06A7-F813-12071AE0C442}"/>
                </a:ext>
              </a:extLst>
            </p:cNvPr>
            <p:cNvSpPr/>
            <p:nvPr/>
          </p:nvSpPr>
          <p:spPr>
            <a:xfrm rot="1887332">
              <a:off x="6576209" y="4001864"/>
              <a:ext cx="1089847" cy="70321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Group 56">
              <a:extLst>
                <a:ext uri="{FF2B5EF4-FFF2-40B4-BE49-F238E27FC236}">
                  <a16:creationId xmlns:a16="http://schemas.microsoft.com/office/drawing/2014/main" id="{6047D9E9-8C8E-5348-A40A-8703E055851E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153" name="Freeform 57">
                <a:extLst>
                  <a:ext uri="{FF2B5EF4-FFF2-40B4-BE49-F238E27FC236}">
                    <a16:creationId xmlns:a16="http://schemas.microsoft.com/office/drawing/2014/main" id="{9A39FBF1-8EF8-997A-D8CC-650341E10036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4" name="Freeform 58">
                <a:extLst>
                  <a:ext uri="{FF2B5EF4-FFF2-40B4-BE49-F238E27FC236}">
                    <a16:creationId xmlns:a16="http://schemas.microsoft.com/office/drawing/2014/main" id="{A08DF6F5-5E20-ED5C-1336-344764F35E7D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" name="Freeform 59">
                <a:extLst>
                  <a:ext uri="{FF2B5EF4-FFF2-40B4-BE49-F238E27FC236}">
                    <a16:creationId xmlns:a16="http://schemas.microsoft.com/office/drawing/2014/main" id="{C95A74BC-E15A-F986-CCA7-F2C4B7EE1868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Freeform 60">
                <a:extLst>
                  <a:ext uri="{FF2B5EF4-FFF2-40B4-BE49-F238E27FC236}">
                    <a16:creationId xmlns:a16="http://schemas.microsoft.com/office/drawing/2014/main" id="{3A98DF02-DE34-B561-EC16-2B4133917FB8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Freeform 61">
                <a:extLst>
                  <a:ext uri="{FF2B5EF4-FFF2-40B4-BE49-F238E27FC236}">
                    <a16:creationId xmlns:a16="http://schemas.microsoft.com/office/drawing/2014/main" id="{20F0FCE4-B9F7-0C8D-BD32-05C2E2BD882C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Freeform 62">
                <a:extLst>
                  <a:ext uri="{FF2B5EF4-FFF2-40B4-BE49-F238E27FC236}">
                    <a16:creationId xmlns:a16="http://schemas.microsoft.com/office/drawing/2014/main" id="{48C96C4A-7823-512F-F882-C6A99C058FA9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Freeform 63">
                <a:extLst>
                  <a:ext uri="{FF2B5EF4-FFF2-40B4-BE49-F238E27FC236}">
                    <a16:creationId xmlns:a16="http://schemas.microsoft.com/office/drawing/2014/main" id="{386CC2EE-65F5-C06D-F885-DDF615C3A1EB}"/>
                  </a:ext>
                </a:extLst>
              </p:cNvPr>
              <p:cNvSpPr/>
              <p:nvPr/>
            </p:nvSpPr>
            <p:spPr>
              <a:xfrm>
                <a:off x="2637393" y="1187979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Freeform 64">
                <a:extLst>
                  <a:ext uri="{FF2B5EF4-FFF2-40B4-BE49-F238E27FC236}">
                    <a16:creationId xmlns:a16="http://schemas.microsoft.com/office/drawing/2014/main" id="{8D211305-177C-E804-C3BD-9D4B0F3EF559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Freeform 65">
                <a:extLst>
                  <a:ext uri="{FF2B5EF4-FFF2-40B4-BE49-F238E27FC236}">
                    <a16:creationId xmlns:a16="http://schemas.microsoft.com/office/drawing/2014/main" id="{B385E479-AF28-FB95-480F-4A48EE69F5E0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Freeform 66">
                <a:extLst>
                  <a:ext uri="{FF2B5EF4-FFF2-40B4-BE49-F238E27FC236}">
                    <a16:creationId xmlns:a16="http://schemas.microsoft.com/office/drawing/2014/main" id="{287A5AEC-EBA4-FF6E-1311-0DC8C47E7C7C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Freeform 67">
                <a:extLst>
                  <a:ext uri="{FF2B5EF4-FFF2-40B4-BE49-F238E27FC236}">
                    <a16:creationId xmlns:a16="http://schemas.microsoft.com/office/drawing/2014/main" id="{6DC98E06-F39F-31F4-8637-019C2C3BB1C2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Freeform 68">
                <a:extLst>
                  <a:ext uri="{FF2B5EF4-FFF2-40B4-BE49-F238E27FC236}">
                    <a16:creationId xmlns:a16="http://schemas.microsoft.com/office/drawing/2014/main" id="{830EE665-611B-15F9-172C-F6EE7345DAED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Freeform 69">
                <a:extLst>
                  <a:ext uri="{FF2B5EF4-FFF2-40B4-BE49-F238E27FC236}">
                    <a16:creationId xmlns:a16="http://schemas.microsoft.com/office/drawing/2014/main" id="{472F4082-67A1-0665-652D-4C6B364B3596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F8A7E829-06B1-8CCA-9796-32FD2C9310BB}"/>
              </a:ext>
            </a:extLst>
          </p:cNvPr>
          <p:cNvSpPr txBox="1"/>
          <p:nvPr/>
        </p:nvSpPr>
        <p:spPr>
          <a:xfrm>
            <a:off x="3909918" y="1645587"/>
            <a:ext cx="7804179" cy="296158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Risk-Takers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They are willing to take calculated risks to achieve goals.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Visionary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 identify trends and future opportunities.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Creative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They develop innovative products, services, and business solutions. </a:t>
            </a:r>
          </a:p>
        </p:txBody>
      </p:sp>
    </p:spTree>
    <p:extLst>
      <p:ext uri="{BB962C8B-B14F-4D97-AF65-F5344CB8AC3E}">
        <p14:creationId xmlns:p14="http://schemas.microsoft.com/office/powerpoint/2010/main" val="66370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9562" y="183112"/>
            <a:ext cx="11572875" cy="72390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Characteristics of Successful Entrepreneurs</a:t>
            </a:r>
            <a:endParaRPr lang="en-US" sz="5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D4C0AA71-15BB-4646-8B78-DDCA0496B640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3">
            <a:extLst>
              <a:ext uri="{FF2B5EF4-FFF2-40B4-BE49-F238E27FC236}">
                <a16:creationId xmlns:a16="http://schemas.microsoft.com/office/drawing/2014/main" id="{1AA2113B-AB0C-4615-90D8-39DCAF2D06B3}"/>
              </a:ext>
            </a:extLst>
          </p:cNvPr>
          <p:cNvGrpSpPr/>
          <p:nvPr/>
        </p:nvGrpSpPr>
        <p:grpSpPr>
          <a:xfrm>
            <a:off x="1930400" y="764765"/>
            <a:ext cx="1736812" cy="5997052"/>
            <a:chOff x="6576209" y="627534"/>
            <a:chExt cx="1103056" cy="4077545"/>
          </a:xfrm>
        </p:grpSpPr>
        <p:sp>
          <p:nvSpPr>
            <p:cNvPr id="151" name="Oval 2">
              <a:extLst>
                <a:ext uri="{FF2B5EF4-FFF2-40B4-BE49-F238E27FC236}">
                  <a16:creationId xmlns:a16="http://schemas.microsoft.com/office/drawing/2014/main" id="{AED518D8-1F09-4644-A779-5153542F239A}"/>
                </a:ext>
              </a:extLst>
            </p:cNvPr>
            <p:cNvSpPr/>
            <p:nvPr/>
          </p:nvSpPr>
          <p:spPr>
            <a:xfrm rot="1887332">
              <a:off x="6576209" y="4001864"/>
              <a:ext cx="1089847" cy="70321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Group 56">
              <a:extLst>
                <a:ext uri="{FF2B5EF4-FFF2-40B4-BE49-F238E27FC236}">
                  <a16:creationId xmlns:a16="http://schemas.microsoft.com/office/drawing/2014/main" id="{D82E5201-CE5E-4D95-B90F-FD39EB8B02A5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153" name="Freeform 57">
                <a:extLst>
                  <a:ext uri="{FF2B5EF4-FFF2-40B4-BE49-F238E27FC236}">
                    <a16:creationId xmlns:a16="http://schemas.microsoft.com/office/drawing/2014/main" id="{096356DE-E8AF-4A3B-83C8-E1301056935E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4" name="Freeform 58">
                <a:extLst>
                  <a:ext uri="{FF2B5EF4-FFF2-40B4-BE49-F238E27FC236}">
                    <a16:creationId xmlns:a16="http://schemas.microsoft.com/office/drawing/2014/main" id="{2682DC31-F913-45BB-B605-515ABD4A63E9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" name="Freeform 59">
                <a:extLst>
                  <a:ext uri="{FF2B5EF4-FFF2-40B4-BE49-F238E27FC236}">
                    <a16:creationId xmlns:a16="http://schemas.microsoft.com/office/drawing/2014/main" id="{019AF893-86CB-4688-9C25-913D521F94A3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Freeform 60">
                <a:extLst>
                  <a:ext uri="{FF2B5EF4-FFF2-40B4-BE49-F238E27FC236}">
                    <a16:creationId xmlns:a16="http://schemas.microsoft.com/office/drawing/2014/main" id="{1B30AD59-1F86-4DE6-8CDC-D334E946B5E5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Freeform 61">
                <a:extLst>
                  <a:ext uri="{FF2B5EF4-FFF2-40B4-BE49-F238E27FC236}">
                    <a16:creationId xmlns:a16="http://schemas.microsoft.com/office/drawing/2014/main" id="{5DFD5547-6FBB-4570-8701-CF3B0F9F164E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Freeform 62">
                <a:extLst>
                  <a:ext uri="{FF2B5EF4-FFF2-40B4-BE49-F238E27FC236}">
                    <a16:creationId xmlns:a16="http://schemas.microsoft.com/office/drawing/2014/main" id="{AB24C9EC-F64B-48A5-AB86-A67DE45A8C79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Freeform 63">
                <a:extLst>
                  <a:ext uri="{FF2B5EF4-FFF2-40B4-BE49-F238E27FC236}">
                    <a16:creationId xmlns:a16="http://schemas.microsoft.com/office/drawing/2014/main" id="{8C5CA118-9669-45B0-BCC0-C099FCBBFE4E}"/>
                  </a:ext>
                </a:extLst>
              </p:cNvPr>
              <p:cNvSpPr/>
              <p:nvPr/>
            </p:nvSpPr>
            <p:spPr>
              <a:xfrm>
                <a:off x="2637393" y="1187979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Freeform 64">
                <a:extLst>
                  <a:ext uri="{FF2B5EF4-FFF2-40B4-BE49-F238E27FC236}">
                    <a16:creationId xmlns:a16="http://schemas.microsoft.com/office/drawing/2014/main" id="{A14DAF6A-A567-4F1A-BD29-82FA061C1F15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Freeform 65">
                <a:extLst>
                  <a:ext uri="{FF2B5EF4-FFF2-40B4-BE49-F238E27FC236}">
                    <a16:creationId xmlns:a16="http://schemas.microsoft.com/office/drawing/2014/main" id="{17D37F7B-8259-41EF-A91E-C6230040733E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Freeform 66">
                <a:extLst>
                  <a:ext uri="{FF2B5EF4-FFF2-40B4-BE49-F238E27FC236}">
                    <a16:creationId xmlns:a16="http://schemas.microsoft.com/office/drawing/2014/main" id="{F7D86825-F0C9-4DC4-AE36-575E2C8FA828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Freeform 67">
                <a:extLst>
                  <a:ext uri="{FF2B5EF4-FFF2-40B4-BE49-F238E27FC236}">
                    <a16:creationId xmlns:a16="http://schemas.microsoft.com/office/drawing/2014/main" id="{B69628F7-7E9F-4F16-927A-8E1FC59B556D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Freeform 68">
                <a:extLst>
                  <a:ext uri="{FF2B5EF4-FFF2-40B4-BE49-F238E27FC236}">
                    <a16:creationId xmlns:a16="http://schemas.microsoft.com/office/drawing/2014/main" id="{AF6B8547-5D5B-4C7E-AA67-76CBC8CB57A9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Freeform 69">
                <a:extLst>
                  <a:ext uri="{FF2B5EF4-FFF2-40B4-BE49-F238E27FC236}">
                    <a16:creationId xmlns:a16="http://schemas.microsoft.com/office/drawing/2014/main" id="{2A1EEBA5-5F02-44DE-B4D5-B2F73CCB0169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D5910692-83B5-4D73-98B5-3CF984CBCA6F}"/>
              </a:ext>
            </a:extLst>
          </p:cNvPr>
          <p:cNvSpPr txBox="1"/>
          <p:nvPr/>
        </p:nvSpPr>
        <p:spPr>
          <a:xfrm>
            <a:off x="3833464" y="1602699"/>
            <a:ext cx="7804179" cy="296158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Energetic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 work long hours and remain active in business operations.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Passionate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They love their work and remain dedicated to their businesses.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Committed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Entrepreneurs are willing to make sacrifices to achieve success.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Poppins Medium" panose="00000600000000000000" pitchFamily="2" charset="0"/>
              <a:ea typeface="FZShuTi" pitchFamily="2" charset="-122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FB36-389E-79D2-8318-2189C366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240680-82C4-A54F-7405-043ADBCFD00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9562" y="179260"/>
            <a:ext cx="11572875" cy="723900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Poppins Medium" panose="00000600000000000000" pitchFamily="2" charset="0"/>
                <a:cs typeface="Poppins Medium" panose="00000600000000000000" pitchFamily="2" charset="0"/>
              </a:rPr>
              <a:t>Characteristics of Successful Entrepreneurs</a:t>
            </a:r>
            <a:endParaRPr lang="en-US" sz="5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100A160B-F557-ECA9-64A8-D1FBC96A36C0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3">
            <a:extLst>
              <a:ext uri="{FF2B5EF4-FFF2-40B4-BE49-F238E27FC236}">
                <a16:creationId xmlns:a16="http://schemas.microsoft.com/office/drawing/2014/main" id="{93B4007D-DAC7-AD47-024D-FFE501F0AF52}"/>
              </a:ext>
            </a:extLst>
          </p:cNvPr>
          <p:cNvGrpSpPr/>
          <p:nvPr/>
        </p:nvGrpSpPr>
        <p:grpSpPr>
          <a:xfrm>
            <a:off x="1930400" y="764765"/>
            <a:ext cx="1736812" cy="5997052"/>
            <a:chOff x="6576209" y="627534"/>
            <a:chExt cx="1103056" cy="4077545"/>
          </a:xfrm>
        </p:grpSpPr>
        <p:sp>
          <p:nvSpPr>
            <p:cNvPr id="151" name="Oval 2">
              <a:extLst>
                <a:ext uri="{FF2B5EF4-FFF2-40B4-BE49-F238E27FC236}">
                  <a16:creationId xmlns:a16="http://schemas.microsoft.com/office/drawing/2014/main" id="{D027C230-3105-0799-37E3-3A2E9B6ACAFC}"/>
                </a:ext>
              </a:extLst>
            </p:cNvPr>
            <p:cNvSpPr/>
            <p:nvPr/>
          </p:nvSpPr>
          <p:spPr>
            <a:xfrm rot="1887332">
              <a:off x="6576209" y="4001864"/>
              <a:ext cx="1089847" cy="70321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Group 56">
              <a:extLst>
                <a:ext uri="{FF2B5EF4-FFF2-40B4-BE49-F238E27FC236}">
                  <a16:creationId xmlns:a16="http://schemas.microsoft.com/office/drawing/2014/main" id="{986DC535-F995-9D7C-4816-6F36C99915AB}"/>
                </a:ext>
              </a:extLst>
            </p:cNvPr>
            <p:cNvGrpSpPr/>
            <p:nvPr/>
          </p:nvGrpSpPr>
          <p:grpSpPr>
            <a:xfrm>
              <a:off x="6588224" y="627534"/>
              <a:ext cx="1091041" cy="3865265"/>
              <a:chOff x="1962627" y="587921"/>
              <a:chExt cx="1606904" cy="5692831"/>
            </a:xfrm>
          </p:grpSpPr>
          <p:sp>
            <p:nvSpPr>
              <p:cNvPr id="153" name="Freeform 57">
                <a:extLst>
                  <a:ext uri="{FF2B5EF4-FFF2-40B4-BE49-F238E27FC236}">
                    <a16:creationId xmlns:a16="http://schemas.microsoft.com/office/drawing/2014/main" id="{9FF5BA3D-D606-C1C9-F40B-43E8C42C612E}"/>
                  </a:ext>
                </a:extLst>
              </p:cNvPr>
              <p:cNvSpPr/>
              <p:nvPr/>
            </p:nvSpPr>
            <p:spPr>
              <a:xfrm>
                <a:off x="2733325" y="5823612"/>
                <a:ext cx="372189" cy="457140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54" name="Freeform 58">
                <a:extLst>
                  <a:ext uri="{FF2B5EF4-FFF2-40B4-BE49-F238E27FC236}">
                    <a16:creationId xmlns:a16="http://schemas.microsoft.com/office/drawing/2014/main" id="{2727D807-5665-2B03-616E-6F2F9625DE2F}"/>
                  </a:ext>
                </a:extLst>
              </p:cNvPr>
              <p:cNvSpPr/>
              <p:nvPr/>
            </p:nvSpPr>
            <p:spPr>
              <a:xfrm>
                <a:off x="2355309" y="5349401"/>
                <a:ext cx="349372" cy="622774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" name="Freeform 59">
                <a:extLst>
                  <a:ext uri="{FF2B5EF4-FFF2-40B4-BE49-F238E27FC236}">
                    <a16:creationId xmlns:a16="http://schemas.microsoft.com/office/drawing/2014/main" id="{CB5A467F-308F-1D2E-30EE-976E8D908981}"/>
                  </a:ext>
                </a:extLst>
              </p:cNvPr>
              <p:cNvSpPr/>
              <p:nvPr/>
            </p:nvSpPr>
            <p:spPr>
              <a:xfrm>
                <a:off x="2385747" y="3258503"/>
                <a:ext cx="987690" cy="2696464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6" name="Freeform 60">
                <a:extLst>
                  <a:ext uri="{FF2B5EF4-FFF2-40B4-BE49-F238E27FC236}">
                    <a16:creationId xmlns:a16="http://schemas.microsoft.com/office/drawing/2014/main" id="{1F9E6107-7BAA-EEE3-E030-2573CF0A2551}"/>
                  </a:ext>
                </a:extLst>
              </p:cNvPr>
              <p:cNvSpPr/>
              <p:nvPr/>
            </p:nvSpPr>
            <p:spPr>
              <a:xfrm>
                <a:off x="3327354" y="3615547"/>
                <a:ext cx="234996" cy="523697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Freeform 61">
                <a:extLst>
                  <a:ext uri="{FF2B5EF4-FFF2-40B4-BE49-F238E27FC236}">
                    <a16:creationId xmlns:a16="http://schemas.microsoft.com/office/drawing/2014/main" id="{2EF5F8A6-80A9-3922-45EA-DDB8DBA0FDB5}"/>
                  </a:ext>
                </a:extLst>
              </p:cNvPr>
              <p:cNvSpPr/>
              <p:nvPr/>
            </p:nvSpPr>
            <p:spPr>
              <a:xfrm>
                <a:off x="2019921" y="587921"/>
                <a:ext cx="342320" cy="748473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Freeform 62">
                <a:extLst>
                  <a:ext uri="{FF2B5EF4-FFF2-40B4-BE49-F238E27FC236}">
                    <a16:creationId xmlns:a16="http://schemas.microsoft.com/office/drawing/2014/main" id="{A6DB2657-E097-4743-B0E5-DC7D030D261D}"/>
                  </a:ext>
                </a:extLst>
              </p:cNvPr>
              <p:cNvSpPr/>
              <p:nvPr/>
            </p:nvSpPr>
            <p:spPr>
              <a:xfrm>
                <a:off x="2643475" y="1349662"/>
                <a:ext cx="523167" cy="762969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Freeform 63">
                <a:extLst>
                  <a:ext uri="{FF2B5EF4-FFF2-40B4-BE49-F238E27FC236}">
                    <a16:creationId xmlns:a16="http://schemas.microsoft.com/office/drawing/2014/main" id="{6BDC7165-6A54-2AC8-5FBE-DF439ECB5C9D}"/>
                  </a:ext>
                </a:extLst>
              </p:cNvPr>
              <p:cNvSpPr/>
              <p:nvPr/>
            </p:nvSpPr>
            <p:spPr>
              <a:xfrm>
                <a:off x="2637393" y="1187979"/>
                <a:ext cx="516208" cy="478107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Freeform 64">
                <a:extLst>
                  <a:ext uri="{FF2B5EF4-FFF2-40B4-BE49-F238E27FC236}">
                    <a16:creationId xmlns:a16="http://schemas.microsoft.com/office/drawing/2014/main" id="{A5136DA1-A5FD-9ACD-ED46-5961E27DAC3F}"/>
                  </a:ext>
                </a:extLst>
              </p:cNvPr>
              <p:cNvSpPr/>
              <p:nvPr/>
            </p:nvSpPr>
            <p:spPr>
              <a:xfrm>
                <a:off x="2460680" y="1873253"/>
                <a:ext cx="902625" cy="1510983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1" name="Freeform 65">
                <a:extLst>
                  <a:ext uri="{FF2B5EF4-FFF2-40B4-BE49-F238E27FC236}">
                    <a16:creationId xmlns:a16="http://schemas.microsoft.com/office/drawing/2014/main" id="{015D95A9-CFFF-255C-F1B9-D5723F02B8E6}"/>
                  </a:ext>
                </a:extLst>
              </p:cNvPr>
              <p:cNvSpPr/>
              <p:nvPr/>
            </p:nvSpPr>
            <p:spPr>
              <a:xfrm>
                <a:off x="2823398" y="2045097"/>
                <a:ext cx="372325" cy="1206936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Freeform 66">
                <a:extLst>
                  <a:ext uri="{FF2B5EF4-FFF2-40B4-BE49-F238E27FC236}">
                    <a16:creationId xmlns:a16="http://schemas.microsoft.com/office/drawing/2014/main" id="{A45E1B43-55BC-2332-B41A-366C2E4A915C}"/>
                  </a:ext>
                </a:extLst>
              </p:cNvPr>
              <p:cNvSpPr/>
              <p:nvPr/>
            </p:nvSpPr>
            <p:spPr>
              <a:xfrm>
                <a:off x="3067836" y="1975406"/>
                <a:ext cx="501695" cy="1929431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Freeform 67">
                <a:extLst>
                  <a:ext uri="{FF2B5EF4-FFF2-40B4-BE49-F238E27FC236}">
                    <a16:creationId xmlns:a16="http://schemas.microsoft.com/office/drawing/2014/main" id="{0A36ED8E-23C5-62A5-B4EB-469CCCD31B99}"/>
                  </a:ext>
                </a:extLst>
              </p:cNvPr>
              <p:cNvSpPr/>
              <p:nvPr/>
            </p:nvSpPr>
            <p:spPr>
              <a:xfrm>
                <a:off x="1962627" y="1061611"/>
                <a:ext cx="820807" cy="2475960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Freeform 68">
                <a:extLst>
                  <a:ext uri="{FF2B5EF4-FFF2-40B4-BE49-F238E27FC236}">
                    <a16:creationId xmlns:a16="http://schemas.microsoft.com/office/drawing/2014/main" id="{FD9FD33F-C7E3-6462-E0FD-706219448F7A}"/>
                  </a:ext>
                </a:extLst>
              </p:cNvPr>
              <p:cNvSpPr/>
              <p:nvPr/>
            </p:nvSpPr>
            <p:spPr>
              <a:xfrm>
                <a:off x="3369294" y="3701664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Freeform 69">
                <a:extLst>
                  <a:ext uri="{FF2B5EF4-FFF2-40B4-BE49-F238E27FC236}">
                    <a16:creationId xmlns:a16="http://schemas.microsoft.com/office/drawing/2014/main" id="{FC704130-9BCC-94AF-F5CD-8977887A4416}"/>
                  </a:ext>
                </a:extLst>
              </p:cNvPr>
              <p:cNvSpPr/>
              <p:nvPr/>
            </p:nvSpPr>
            <p:spPr>
              <a:xfrm>
                <a:off x="2013205" y="1026478"/>
                <a:ext cx="200477" cy="252445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BF80B893-1719-6B44-313A-5741D584E705}"/>
              </a:ext>
            </a:extLst>
          </p:cNvPr>
          <p:cNvSpPr txBox="1"/>
          <p:nvPr/>
        </p:nvSpPr>
        <p:spPr>
          <a:xfrm>
            <a:off x="3833464" y="1602699"/>
            <a:ext cx="7804179" cy="32039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Technical Skills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Technical knowledge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Leadership ability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Financial management skills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Communication skills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Problem-solving ability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Poppins Medium" panose="00000600000000000000" pitchFamily="2" charset="0"/>
              <a:ea typeface="FZShuTi" pitchFamily="2" charset="-122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9DC6-E66D-881E-AE15-239DA327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B404098D-BA4E-F635-79D7-124B0336E4F0}"/>
              </a:ext>
            </a:extLst>
          </p:cNvPr>
          <p:cNvGrpSpPr/>
          <p:nvPr/>
        </p:nvGrpSpPr>
        <p:grpSpPr>
          <a:xfrm>
            <a:off x="5181600" y="2951945"/>
            <a:ext cx="5781040" cy="769441"/>
            <a:chOff x="4801963" y="676939"/>
            <a:chExt cx="6914933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196E72-E172-304E-54FC-2788A44252FA}"/>
                </a:ext>
              </a:extLst>
            </p:cNvPr>
            <p:cNvSpPr txBox="1"/>
            <p:nvPr/>
          </p:nvSpPr>
          <p:spPr>
            <a:xfrm>
              <a:off x="5885717" y="769273"/>
              <a:ext cx="5831179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Small Business</a:t>
              </a:r>
              <a:endParaRPr lang="ko-KR" altLang="en-US" sz="32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8232C7-E77E-15AF-2137-EB6A2AAAEE09}"/>
                </a:ext>
              </a:extLst>
            </p:cNvPr>
            <p:cNvSpPr txBox="1"/>
            <p:nvPr/>
          </p:nvSpPr>
          <p:spPr>
            <a:xfrm>
              <a:off x="4801963" y="676939"/>
              <a:ext cx="1128437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03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837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44E7-C254-1421-CB05-5D5D9859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78C1A6-EC6B-C42C-6AC7-F40A123404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02092"/>
            <a:ext cx="11572875" cy="598282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latin typeface="Poppins Medium" panose="00000600000000000000" pitchFamily="2" charset="0"/>
                <a:cs typeface="Poppins Medium" panose="00000600000000000000" pitchFamily="2" charset="0"/>
              </a:rPr>
              <a:t>Small Business</a:t>
            </a:r>
            <a:endParaRPr lang="ko-KR" altLang="en-US" sz="36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209B30B3-EF1E-EE9B-5BED-450352B5ACCC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FD9931EF-3A19-0981-BA4A-66F1B32E3E8C}"/>
              </a:ext>
            </a:extLst>
          </p:cNvPr>
          <p:cNvSpPr txBox="1"/>
          <p:nvPr/>
        </p:nvSpPr>
        <p:spPr>
          <a:xfrm>
            <a:off x="3506069" y="712712"/>
            <a:ext cx="8317593" cy="500444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A small business is independently owned and operated, has a local base of operations, and is not dominant in its field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Advantages of Small Businesses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Flexibility: Small businesses can quickly respond to market changes.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Personalized Service: They maintain close relationships with customers.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Specialized Markets: They can focus on specific customer needs.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Efficient Operations: Smaller structures make management easier. 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Poppins Medium" panose="00000600000000000000" pitchFamily="2" charset="0"/>
              <a:ea typeface="FZShuTi" pitchFamily="2" charset="-122"/>
              <a:cs typeface="Poppins Medium" panose="00000600000000000000" pitchFamily="2" charset="0"/>
            </a:endParaRPr>
          </a:p>
        </p:txBody>
      </p:sp>
      <p:grpSp>
        <p:nvGrpSpPr>
          <p:cNvPr id="3" name="그룹 220">
            <a:extLst>
              <a:ext uri="{FF2B5EF4-FFF2-40B4-BE49-F238E27FC236}">
                <a16:creationId xmlns:a16="http://schemas.microsoft.com/office/drawing/2014/main" id="{EFD7F106-4C4A-E6D5-B480-4A8457E0BBE8}"/>
              </a:ext>
            </a:extLst>
          </p:cNvPr>
          <p:cNvGrpSpPr/>
          <p:nvPr/>
        </p:nvGrpSpPr>
        <p:grpSpPr>
          <a:xfrm>
            <a:off x="-101092" y="1262326"/>
            <a:ext cx="3596131" cy="4333348"/>
            <a:chOff x="-9728" y="1670812"/>
            <a:chExt cx="4314722" cy="5199252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9745760E-E6FD-F7EC-B88D-E17B3B04E912}"/>
                </a:ext>
              </a:extLst>
            </p:cNvPr>
            <p:cNvGrpSpPr/>
            <p:nvPr/>
          </p:nvGrpSpPr>
          <p:grpSpPr>
            <a:xfrm>
              <a:off x="323529" y="1670812"/>
              <a:ext cx="3315598" cy="3586045"/>
              <a:chOff x="5277160" y="1526519"/>
              <a:chExt cx="2000337" cy="2522764"/>
            </a:xfrm>
            <a:solidFill>
              <a:schemeClr val="accent1"/>
            </a:solidFill>
          </p:grpSpPr>
          <p:sp>
            <p:nvSpPr>
              <p:cNvPr id="8" name="Arrow: Up 61">
                <a:extLst>
                  <a:ext uri="{FF2B5EF4-FFF2-40B4-BE49-F238E27FC236}">
                    <a16:creationId xmlns:a16="http://schemas.microsoft.com/office/drawing/2014/main" id="{819FF522-2FD2-F579-1E29-ACEFD9BA17CD}"/>
                  </a:ext>
                </a:extLst>
              </p:cNvPr>
              <p:cNvSpPr/>
              <p:nvPr/>
            </p:nvSpPr>
            <p:spPr>
              <a:xfrm rot="2141881">
                <a:off x="6997612" y="1526519"/>
                <a:ext cx="279885" cy="1922357"/>
              </a:xfrm>
              <a:custGeom>
                <a:avLst/>
                <a:gdLst>
                  <a:gd name="connsiteX0" fmla="*/ 0 w 268141"/>
                  <a:gd name="connsiteY0" fmla="*/ 291531 h 1886717"/>
                  <a:gd name="connsiteX1" fmla="*/ 134071 w 268141"/>
                  <a:gd name="connsiteY1" fmla="*/ 0 h 1886717"/>
                  <a:gd name="connsiteX2" fmla="*/ 268141 w 268141"/>
                  <a:gd name="connsiteY2" fmla="*/ 291531 h 1886717"/>
                  <a:gd name="connsiteX3" fmla="*/ 185487 w 268141"/>
                  <a:gd name="connsiteY3" fmla="*/ 291531 h 1886717"/>
                  <a:gd name="connsiteX4" fmla="*/ 185487 w 268141"/>
                  <a:gd name="connsiteY4" fmla="*/ 1886717 h 1886717"/>
                  <a:gd name="connsiteX5" fmla="*/ 82654 w 268141"/>
                  <a:gd name="connsiteY5" fmla="*/ 1886717 h 1886717"/>
                  <a:gd name="connsiteX6" fmla="*/ 82654 w 268141"/>
                  <a:gd name="connsiteY6" fmla="*/ 291531 h 1886717"/>
                  <a:gd name="connsiteX7" fmla="*/ 0 w 268141"/>
                  <a:gd name="connsiteY7" fmla="*/ 291531 h 1886717"/>
                  <a:gd name="connsiteX0" fmla="*/ 0 w 268141"/>
                  <a:gd name="connsiteY0" fmla="*/ 291531 h 1886717"/>
                  <a:gd name="connsiteX1" fmla="*/ 134071 w 268141"/>
                  <a:gd name="connsiteY1" fmla="*/ 0 h 1886717"/>
                  <a:gd name="connsiteX2" fmla="*/ 268141 w 268141"/>
                  <a:gd name="connsiteY2" fmla="*/ 291531 h 1886717"/>
                  <a:gd name="connsiteX3" fmla="*/ 185487 w 268141"/>
                  <a:gd name="connsiteY3" fmla="*/ 291531 h 1886717"/>
                  <a:gd name="connsiteX4" fmla="*/ 185487 w 268141"/>
                  <a:gd name="connsiteY4" fmla="*/ 1886717 h 1886717"/>
                  <a:gd name="connsiteX5" fmla="*/ 82654 w 268141"/>
                  <a:gd name="connsiteY5" fmla="*/ 1886717 h 1886717"/>
                  <a:gd name="connsiteX6" fmla="*/ 89774 w 268141"/>
                  <a:gd name="connsiteY6" fmla="*/ 272599 h 1886717"/>
                  <a:gd name="connsiteX7" fmla="*/ 0 w 268141"/>
                  <a:gd name="connsiteY7" fmla="*/ 291531 h 1886717"/>
                  <a:gd name="connsiteX0" fmla="*/ 0 w 269777"/>
                  <a:gd name="connsiteY0" fmla="*/ 289253 h 1886717"/>
                  <a:gd name="connsiteX1" fmla="*/ 135707 w 269777"/>
                  <a:gd name="connsiteY1" fmla="*/ 0 h 1886717"/>
                  <a:gd name="connsiteX2" fmla="*/ 269777 w 269777"/>
                  <a:gd name="connsiteY2" fmla="*/ 291531 h 1886717"/>
                  <a:gd name="connsiteX3" fmla="*/ 187123 w 269777"/>
                  <a:gd name="connsiteY3" fmla="*/ 291531 h 1886717"/>
                  <a:gd name="connsiteX4" fmla="*/ 187123 w 269777"/>
                  <a:gd name="connsiteY4" fmla="*/ 1886717 h 1886717"/>
                  <a:gd name="connsiteX5" fmla="*/ 84290 w 269777"/>
                  <a:gd name="connsiteY5" fmla="*/ 1886717 h 1886717"/>
                  <a:gd name="connsiteX6" fmla="*/ 91410 w 269777"/>
                  <a:gd name="connsiteY6" fmla="*/ 272599 h 1886717"/>
                  <a:gd name="connsiteX7" fmla="*/ 0 w 269777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7123 w 279885"/>
                  <a:gd name="connsiteY3" fmla="*/ 291531 h 1886717"/>
                  <a:gd name="connsiteX4" fmla="*/ 187123 w 279885"/>
                  <a:gd name="connsiteY4" fmla="*/ 1886717 h 1886717"/>
                  <a:gd name="connsiteX5" fmla="*/ 84290 w 279885"/>
                  <a:gd name="connsiteY5" fmla="*/ 1886717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84290 w 279885"/>
                  <a:gd name="connsiteY5" fmla="*/ 1886717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94905 w 279885"/>
                  <a:gd name="connsiteY5" fmla="*/ 1834190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90485 w 279885"/>
                  <a:gd name="connsiteY5" fmla="*/ 1885721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5774 w 279885"/>
                  <a:gd name="connsiteY3" fmla="*/ 275232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1860 w 279885"/>
                  <a:gd name="connsiteY3" fmla="*/ 274591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1860 w 279885"/>
                  <a:gd name="connsiteY3" fmla="*/ 274591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279885 w 279885"/>
                  <a:gd name="connsiteY2" fmla="*/ 279433 h 1890699"/>
                  <a:gd name="connsiteX3" fmla="*/ 181860 w 279885"/>
                  <a:gd name="connsiteY3" fmla="*/ 262847 h 1890699"/>
                  <a:gd name="connsiteX4" fmla="*/ 160430 w 279885"/>
                  <a:gd name="connsiteY4" fmla="*/ 1890699 h 1890699"/>
                  <a:gd name="connsiteX5" fmla="*/ 90485 w 279885"/>
                  <a:gd name="connsiteY5" fmla="*/ 1873977 h 1890699"/>
                  <a:gd name="connsiteX6" fmla="*/ 91410 w 279885"/>
                  <a:gd name="connsiteY6" fmla="*/ 260855 h 1890699"/>
                  <a:gd name="connsiteX7" fmla="*/ 0 w 279885"/>
                  <a:gd name="connsiteY7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4830 w 279885"/>
                  <a:gd name="connsiteY2" fmla="*/ 41628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7682 w 279885"/>
                  <a:gd name="connsiteY2" fmla="*/ 11948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8964 w 279885"/>
                  <a:gd name="connsiteY2" fmla="*/ 4119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86373"/>
                  <a:gd name="connsiteY0" fmla="*/ 302766 h 1915956"/>
                  <a:gd name="connsiteX1" fmla="*/ 133783 w 286373"/>
                  <a:gd name="connsiteY1" fmla="*/ 25257 h 1915956"/>
                  <a:gd name="connsiteX2" fmla="*/ 286373 w 286373"/>
                  <a:gd name="connsiteY2" fmla="*/ 0 h 1915956"/>
                  <a:gd name="connsiteX3" fmla="*/ 279885 w 286373"/>
                  <a:gd name="connsiteY3" fmla="*/ 304690 h 1915956"/>
                  <a:gd name="connsiteX4" fmla="*/ 181860 w 286373"/>
                  <a:gd name="connsiteY4" fmla="*/ 288104 h 1915956"/>
                  <a:gd name="connsiteX5" fmla="*/ 160430 w 286373"/>
                  <a:gd name="connsiteY5" fmla="*/ 1915956 h 1915956"/>
                  <a:gd name="connsiteX6" fmla="*/ 90485 w 286373"/>
                  <a:gd name="connsiteY6" fmla="*/ 1899234 h 1915956"/>
                  <a:gd name="connsiteX7" fmla="*/ 91410 w 286373"/>
                  <a:gd name="connsiteY7" fmla="*/ 286112 h 1915956"/>
                  <a:gd name="connsiteX8" fmla="*/ 0 w 286373"/>
                  <a:gd name="connsiteY8" fmla="*/ 302766 h 1915956"/>
                  <a:gd name="connsiteX0" fmla="*/ 0 w 286396"/>
                  <a:gd name="connsiteY0" fmla="*/ 318267 h 1931457"/>
                  <a:gd name="connsiteX1" fmla="*/ 133783 w 286396"/>
                  <a:gd name="connsiteY1" fmla="*/ 40758 h 1931457"/>
                  <a:gd name="connsiteX2" fmla="*/ 286373 w 286396"/>
                  <a:gd name="connsiteY2" fmla="*/ 15501 h 1931457"/>
                  <a:gd name="connsiteX3" fmla="*/ 279885 w 286396"/>
                  <a:gd name="connsiteY3" fmla="*/ 320191 h 1931457"/>
                  <a:gd name="connsiteX4" fmla="*/ 181860 w 286396"/>
                  <a:gd name="connsiteY4" fmla="*/ 303605 h 1931457"/>
                  <a:gd name="connsiteX5" fmla="*/ 160430 w 286396"/>
                  <a:gd name="connsiteY5" fmla="*/ 1931457 h 1931457"/>
                  <a:gd name="connsiteX6" fmla="*/ 90485 w 286396"/>
                  <a:gd name="connsiteY6" fmla="*/ 1914735 h 1931457"/>
                  <a:gd name="connsiteX7" fmla="*/ 91410 w 286396"/>
                  <a:gd name="connsiteY7" fmla="*/ 301613 h 1931457"/>
                  <a:gd name="connsiteX8" fmla="*/ 0 w 286396"/>
                  <a:gd name="connsiteY8" fmla="*/ 318267 h 1931457"/>
                  <a:gd name="connsiteX0" fmla="*/ 0 w 286391"/>
                  <a:gd name="connsiteY0" fmla="*/ 325779 h 1938969"/>
                  <a:gd name="connsiteX1" fmla="*/ 133783 w 286391"/>
                  <a:gd name="connsiteY1" fmla="*/ 48270 h 1938969"/>
                  <a:gd name="connsiteX2" fmla="*/ 286373 w 286391"/>
                  <a:gd name="connsiteY2" fmla="*/ 23013 h 1938969"/>
                  <a:gd name="connsiteX3" fmla="*/ 279885 w 286391"/>
                  <a:gd name="connsiteY3" fmla="*/ 327703 h 1938969"/>
                  <a:gd name="connsiteX4" fmla="*/ 181860 w 286391"/>
                  <a:gd name="connsiteY4" fmla="*/ 311117 h 1938969"/>
                  <a:gd name="connsiteX5" fmla="*/ 160430 w 286391"/>
                  <a:gd name="connsiteY5" fmla="*/ 1938969 h 1938969"/>
                  <a:gd name="connsiteX6" fmla="*/ 90485 w 286391"/>
                  <a:gd name="connsiteY6" fmla="*/ 1922247 h 1938969"/>
                  <a:gd name="connsiteX7" fmla="*/ 91410 w 286391"/>
                  <a:gd name="connsiteY7" fmla="*/ 309125 h 1938969"/>
                  <a:gd name="connsiteX8" fmla="*/ 0 w 286391"/>
                  <a:gd name="connsiteY8" fmla="*/ 325779 h 1938969"/>
                  <a:gd name="connsiteX0" fmla="*/ 0 w 279885"/>
                  <a:gd name="connsiteY0" fmla="*/ 310247 h 1923437"/>
                  <a:gd name="connsiteX1" fmla="*/ 133783 w 279885"/>
                  <a:gd name="connsiteY1" fmla="*/ 32738 h 1923437"/>
                  <a:gd name="connsiteX2" fmla="*/ 177541 w 279885"/>
                  <a:gd name="connsiteY2" fmla="*/ 33870 h 1923437"/>
                  <a:gd name="connsiteX3" fmla="*/ 279885 w 279885"/>
                  <a:gd name="connsiteY3" fmla="*/ 312171 h 1923437"/>
                  <a:gd name="connsiteX4" fmla="*/ 181860 w 279885"/>
                  <a:gd name="connsiteY4" fmla="*/ 295585 h 1923437"/>
                  <a:gd name="connsiteX5" fmla="*/ 160430 w 279885"/>
                  <a:gd name="connsiteY5" fmla="*/ 1923437 h 1923437"/>
                  <a:gd name="connsiteX6" fmla="*/ 90485 w 279885"/>
                  <a:gd name="connsiteY6" fmla="*/ 1906715 h 1923437"/>
                  <a:gd name="connsiteX7" fmla="*/ 91410 w 279885"/>
                  <a:gd name="connsiteY7" fmla="*/ 293593 h 1923437"/>
                  <a:gd name="connsiteX8" fmla="*/ 0 w 279885"/>
                  <a:gd name="connsiteY8" fmla="*/ 310247 h 1923437"/>
                  <a:gd name="connsiteX0" fmla="*/ 0 w 279885"/>
                  <a:gd name="connsiteY0" fmla="*/ 309167 h 1922357"/>
                  <a:gd name="connsiteX1" fmla="*/ 133783 w 279885"/>
                  <a:gd name="connsiteY1" fmla="*/ 31658 h 1922357"/>
                  <a:gd name="connsiteX2" fmla="*/ 177541 w 279885"/>
                  <a:gd name="connsiteY2" fmla="*/ 32790 h 1922357"/>
                  <a:gd name="connsiteX3" fmla="*/ 279885 w 279885"/>
                  <a:gd name="connsiteY3" fmla="*/ 311091 h 1922357"/>
                  <a:gd name="connsiteX4" fmla="*/ 181860 w 279885"/>
                  <a:gd name="connsiteY4" fmla="*/ 294505 h 1922357"/>
                  <a:gd name="connsiteX5" fmla="*/ 160430 w 279885"/>
                  <a:gd name="connsiteY5" fmla="*/ 1922357 h 1922357"/>
                  <a:gd name="connsiteX6" fmla="*/ 90485 w 279885"/>
                  <a:gd name="connsiteY6" fmla="*/ 1905635 h 1922357"/>
                  <a:gd name="connsiteX7" fmla="*/ 91410 w 279885"/>
                  <a:gd name="connsiteY7" fmla="*/ 292513 h 1922357"/>
                  <a:gd name="connsiteX8" fmla="*/ 0 w 279885"/>
                  <a:gd name="connsiteY8" fmla="*/ 309167 h 1922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9885" h="1922357">
                    <a:moveTo>
                      <a:pt x="0" y="309167"/>
                    </a:moveTo>
                    <a:cubicBezTo>
                      <a:pt x="39685" y="209830"/>
                      <a:pt x="88547" y="128076"/>
                      <a:pt x="133783" y="31658"/>
                    </a:cubicBezTo>
                    <a:cubicBezTo>
                      <a:pt x="154544" y="-13848"/>
                      <a:pt x="160780" y="-7470"/>
                      <a:pt x="177541" y="32790"/>
                    </a:cubicBezTo>
                    <a:lnTo>
                      <a:pt x="279885" y="311091"/>
                    </a:lnTo>
                    <a:lnTo>
                      <a:pt x="181860" y="294505"/>
                    </a:lnTo>
                    <a:cubicBezTo>
                      <a:pt x="182310" y="831667"/>
                      <a:pt x="159980" y="1385195"/>
                      <a:pt x="160430" y="1922357"/>
                    </a:cubicBezTo>
                    <a:lnTo>
                      <a:pt x="90485" y="1905635"/>
                    </a:lnTo>
                    <a:cubicBezTo>
                      <a:pt x="92858" y="1367596"/>
                      <a:pt x="89037" y="830552"/>
                      <a:pt x="91410" y="292513"/>
                    </a:cubicBezTo>
                    <a:lnTo>
                      <a:pt x="0" y="30916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rapezoid 5">
                <a:extLst>
                  <a:ext uri="{FF2B5EF4-FFF2-40B4-BE49-F238E27FC236}">
                    <a16:creationId xmlns:a16="http://schemas.microsoft.com/office/drawing/2014/main" id="{90B8F488-FC25-EFB3-D1C9-D8EF9929BCBB}"/>
                  </a:ext>
                </a:extLst>
              </p:cNvPr>
              <p:cNvSpPr/>
              <p:nvPr/>
            </p:nvSpPr>
            <p:spPr>
              <a:xfrm rot="16365077">
                <a:off x="6298097" y="2888920"/>
                <a:ext cx="73414" cy="683034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rapezoid 6">
                <a:extLst>
                  <a:ext uri="{FF2B5EF4-FFF2-40B4-BE49-F238E27FC236}">
                    <a16:creationId xmlns:a16="http://schemas.microsoft.com/office/drawing/2014/main" id="{BF5AB4C4-EA58-6F64-02A0-627C3B035486}"/>
                  </a:ext>
                </a:extLst>
              </p:cNvPr>
              <p:cNvSpPr/>
              <p:nvPr/>
            </p:nvSpPr>
            <p:spPr>
              <a:xfrm rot="12169466">
                <a:off x="5847432" y="3173306"/>
                <a:ext cx="60413" cy="875977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rapezoid 7">
                <a:extLst>
                  <a:ext uri="{FF2B5EF4-FFF2-40B4-BE49-F238E27FC236}">
                    <a16:creationId xmlns:a16="http://schemas.microsoft.com/office/drawing/2014/main" id="{08CA2C6A-0E58-7728-7557-52EE1F7C1D69}"/>
                  </a:ext>
                </a:extLst>
              </p:cNvPr>
              <p:cNvSpPr/>
              <p:nvPr/>
            </p:nvSpPr>
            <p:spPr>
              <a:xfrm rot="17376167">
                <a:off x="5515957" y="3691934"/>
                <a:ext cx="33897" cy="470877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rapezoid 8">
                <a:extLst>
                  <a:ext uri="{FF2B5EF4-FFF2-40B4-BE49-F238E27FC236}">
                    <a16:creationId xmlns:a16="http://schemas.microsoft.com/office/drawing/2014/main" id="{ABBE1EAE-AC1E-36B8-A5F7-52A5CAD8C437}"/>
                  </a:ext>
                </a:extLst>
              </p:cNvPr>
              <p:cNvSpPr/>
              <p:nvPr/>
            </p:nvSpPr>
            <p:spPr>
              <a:xfrm rot="12369361">
                <a:off x="5277160" y="3834964"/>
                <a:ext cx="49164" cy="116592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" name="Graphic 51">
              <a:extLst>
                <a:ext uri="{FF2B5EF4-FFF2-40B4-BE49-F238E27FC236}">
                  <a16:creationId xmlns:a16="http://schemas.microsoft.com/office/drawing/2014/main" id="{88E5DB96-121A-5E60-3680-7E17557082A5}"/>
                </a:ext>
              </a:extLst>
            </p:cNvPr>
            <p:cNvGrpSpPr/>
            <p:nvPr/>
          </p:nvGrpSpPr>
          <p:grpSpPr>
            <a:xfrm>
              <a:off x="-9728" y="2438962"/>
              <a:ext cx="4314722" cy="4431102"/>
              <a:chOff x="4877104" y="3337195"/>
              <a:chExt cx="3199005" cy="3285291"/>
            </a:xfrm>
          </p:grpSpPr>
          <p:sp>
            <p:nvSpPr>
              <p:cNvPr id="6" name="Freeform: Shape 10">
                <a:extLst>
                  <a:ext uri="{FF2B5EF4-FFF2-40B4-BE49-F238E27FC236}">
                    <a16:creationId xmlns:a16="http://schemas.microsoft.com/office/drawing/2014/main" id="{4BBDBE48-B077-2F4B-1B27-6A4CC75609E2}"/>
                  </a:ext>
                </a:extLst>
              </p:cNvPr>
              <p:cNvSpPr/>
              <p:nvPr/>
            </p:nvSpPr>
            <p:spPr>
              <a:xfrm>
                <a:off x="4877104" y="4774993"/>
                <a:ext cx="3049295" cy="1847493"/>
              </a:xfrm>
              <a:custGeom>
                <a:avLst/>
                <a:gdLst>
                  <a:gd name="connsiteX0" fmla="*/ 2517670 w 3111946"/>
                  <a:gd name="connsiteY0" fmla="*/ 1502795 h 1836841"/>
                  <a:gd name="connsiteX1" fmla="*/ 2403600 w 3111946"/>
                  <a:gd name="connsiteY1" fmla="*/ 1713704 h 1836841"/>
                  <a:gd name="connsiteX2" fmla="*/ 2329506 w 3111946"/>
                  <a:gd name="connsiteY2" fmla="*/ 1819504 h 1836841"/>
                  <a:gd name="connsiteX3" fmla="*/ 2211990 w 3111946"/>
                  <a:gd name="connsiteY3" fmla="*/ 1836735 h 1836841"/>
                  <a:gd name="connsiteX4" fmla="*/ 1638881 w 3111946"/>
                  <a:gd name="connsiteY4" fmla="*/ 1836735 h 1836841"/>
                  <a:gd name="connsiteX5" fmla="*/ 492320 w 3111946"/>
                  <a:gd name="connsiteY5" fmla="*/ 1836735 h 1836841"/>
                  <a:gd name="connsiteX6" fmla="*/ 22254 w 3111946"/>
                  <a:gd name="connsiteY6" fmla="*/ 1836735 h 1836841"/>
                  <a:gd name="connsiteX7" fmla="*/ 8469 w 3111946"/>
                  <a:gd name="connsiteY7" fmla="*/ 1822950 h 1836841"/>
                  <a:gd name="connsiteX8" fmla="*/ 9158 w 3111946"/>
                  <a:gd name="connsiteY8" fmla="*/ 689484 h 1836841"/>
                  <a:gd name="connsiteX9" fmla="*/ 7091 w 3111946"/>
                  <a:gd name="connsiteY9" fmla="*/ 455485 h 1836841"/>
                  <a:gd name="connsiteX10" fmla="*/ 5368 w 3111946"/>
                  <a:gd name="connsiteY10" fmla="*/ 335556 h 1836841"/>
                  <a:gd name="connsiteX11" fmla="*/ 3644 w 3111946"/>
                  <a:gd name="connsiteY11" fmla="*/ 225621 h 1836841"/>
                  <a:gd name="connsiteX12" fmla="*/ 107031 w 3111946"/>
                  <a:gd name="connsiteY12" fmla="*/ 212181 h 1836841"/>
                  <a:gd name="connsiteX13" fmla="*/ 183882 w 3111946"/>
                  <a:gd name="connsiteY13" fmla="*/ 200119 h 1836841"/>
                  <a:gd name="connsiteX14" fmla="*/ 331726 w 3111946"/>
                  <a:gd name="connsiteY14" fmla="*/ 279727 h 1836841"/>
                  <a:gd name="connsiteX15" fmla="*/ 382041 w 3111946"/>
                  <a:gd name="connsiteY15" fmla="*/ 340381 h 1836841"/>
                  <a:gd name="connsiteX16" fmla="*/ 494732 w 3111946"/>
                  <a:gd name="connsiteY16" fmla="*/ 477541 h 1836841"/>
                  <a:gd name="connsiteX17" fmla="*/ 511619 w 3111946"/>
                  <a:gd name="connsiteY17" fmla="*/ 548878 h 1836841"/>
                  <a:gd name="connsiteX18" fmla="*/ 569860 w 3111946"/>
                  <a:gd name="connsiteY18" fmla="*/ 583340 h 1836841"/>
                  <a:gd name="connsiteX19" fmla="*/ 668078 w 3111946"/>
                  <a:gd name="connsiteY19" fmla="*/ 640203 h 1836841"/>
                  <a:gd name="connsiteX20" fmla="*/ 1070253 w 3111946"/>
                  <a:gd name="connsiteY20" fmla="*/ 834915 h 1836841"/>
                  <a:gd name="connsiteX21" fmla="*/ 1417289 w 3111946"/>
                  <a:gd name="connsiteY21" fmla="*/ 916591 h 1836841"/>
                  <a:gd name="connsiteX22" fmla="*/ 1762946 w 3111946"/>
                  <a:gd name="connsiteY22" fmla="*/ 954499 h 1836841"/>
                  <a:gd name="connsiteX23" fmla="*/ 1855649 w 3111946"/>
                  <a:gd name="connsiteY23" fmla="*/ 917969 h 1836841"/>
                  <a:gd name="connsiteX24" fmla="*/ 1997634 w 3111946"/>
                  <a:gd name="connsiteY24" fmla="*/ 733940 h 1836841"/>
                  <a:gd name="connsiteX25" fmla="*/ 2127212 w 3111946"/>
                  <a:gd name="connsiteY25" fmla="*/ 504421 h 1836841"/>
                  <a:gd name="connsiteX26" fmla="*/ 2345359 w 3111946"/>
                  <a:gd name="connsiteY26" fmla="*/ 47451 h 1836841"/>
                  <a:gd name="connsiteX27" fmla="*/ 2593143 w 3111946"/>
                  <a:gd name="connsiteY27" fmla="*/ 48829 h 1836841"/>
                  <a:gd name="connsiteX28" fmla="*/ 2813702 w 3111946"/>
                  <a:gd name="connsiteY28" fmla="*/ 191159 h 1836841"/>
                  <a:gd name="connsiteX29" fmla="*/ 2979465 w 3111946"/>
                  <a:gd name="connsiteY29" fmla="*/ 373120 h 1836841"/>
                  <a:gd name="connsiteX30" fmla="*/ 3052525 w 3111946"/>
                  <a:gd name="connsiteY30" fmla="*/ 472716 h 1836841"/>
                  <a:gd name="connsiteX31" fmla="*/ 3111111 w 3111946"/>
                  <a:gd name="connsiteY31" fmla="*/ 568866 h 1836841"/>
                  <a:gd name="connsiteX32" fmla="*/ 3033571 w 3111946"/>
                  <a:gd name="connsiteY32" fmla="*/ 678456 h 1836841"/>
                  <a:gd name="connsiteX33" fmla="*/ 2942246 w 3111946"/>
                  <a:gd name="connsiteY33" fmla="*/ 809068 h 1836841"/>
                  <a:gd name="connsiteX34" fmla="*/ 2733060 w 3111946"/>
                  <a:gd name="connsiteY34" fmla="*/ 1117506 h 1836841"/>
                  <a:gd name="connsiteX35" fmla="*/ 2522495 w 3111946"/>
                  <a:gd name="connsiteY35" fmla="*/ 1490044 h 1836841"/>
                  <a:gd name="connsiteX36" fmla="*/ 2517670 w 3111946"/>
                  <a:gd name="connsiteY36" fmla="*/ 1502795 h 1836841"/>
                  <a:gd name="connsiteX0" fmla="*/ 2520800 w 3115091"/>
                  <a:gd name="connsiteY0" fmla="*/ 1502795 h 1839666"/>
                  <a:gd name="connsiteX1" fmla="*/ 2406730 w 3115091"/>
                  <a:gd name="connsiteY1" fmla="*/ 1713704 h 1839666"/>
                  <a:gd name="connsiteX2" fmla="*/ 2332636 w 3115091"/>
                  <a:gd name="connsiteY2" fmla="*/ 1819504 h 1839666"/>
                  <a:gd name="connsiteX3" fmla="*/ 2215120 w 3115091"/>
                  <a:gd name="connsiteY3" fmla="*/ 1836735 h 1839666"/>
                  <a:gd name="connsiteX4" fmla="*/ 1642011 w 3115091"/>
                  <a:gd name="connsiteY4" fmla="*/ 1836735 h 1839666"/>
                  <a:gd name="connsiteX5" fmla="*/ 495450 w 3115091"/>
                  <a:gd name="connsiteY5" fmla="*/ 1836735 h 1839666"/>
                  <a:gd name="connsiteX6" fmla="*/ 25384 w 3115091"/>
                  <a:gd name="connsiteY6" fmla="*/ 1836735 h 1839666"/>
                  <a:gd name="connsiteX7" fmla="*/ 11599 w 3115091"/>
                  <a:gd name="connsiteY7" fmla="*/ 1822950 h 1839666"/>
                  <a:gd name="connsiteX8" fmla="*/ 12288 w 3115091"/>
                  <a:gd name="connsiteY8" fmla="*/ 689484 h 1839666"/>
                  <a:gd name="connsiteX9" fmla="*/ 10221 w 3115091"/>
                  <a:gd name="connsiteY9" fmla="*/ 455485 h 1839666"/>
                  <a:gd name="connsiteX10" fmla="*/ 6774 w 3115091"/>
                  <a:gd name="connsiteY10" fmla="*/ 225621 h 1839666"/>
                  <a:gd name="connsiteX11" fmla="*/ 110161 w 3115091"/>
                  <a:gd name="connsiteY11" fmla="*/ 212181 h 1839666"/>
                  <a:gd name="connsiteX12" fmla="*/ 187012 w 3115091"/>
                  <a:gd name="connsiteY12" fmla="*/ 200119 h 1839666"/>
                  <a:gd name="connsiteX13" fmla="*/ 334856 w 3115091"/>
                  <a:gd name="connsiteY13" fmla="*/ 279727 h 1839666"/>
                  <a:gd name="connsiteX14" fmla="*/ 385171 w 3115091"/>
                  <a:gd name="connsiteY14" fmla="*/ 340381 h 1839666"/>
                  <a:gd name="connsiteX15" fmla="*/ 497862 w 3115091"/>
                  <a:gd name="connsiteY15" fmla="*/ 477541 h 1839666"/>
                  <a:gd name="connsiteX16" fmla="*/ 514749 w 3115091"/>
                  <a:gd name="connsiteY16" fmla="*/ 548878 h 1839666"/>
                  <a:gd name="connsiteX17" fmla="*/ 572990 w 3115091"/>
                  <a:gd name="connsiteY17" fmla="*/ 583340 h 1839666"/>
                  <a:gd name="connsiteX18" fmla="*/ 671208 w 3115091"/>
                  <a:gd name="connsiteY18" fmla="*/ 640203 h 1839666"/>
                  <a:gd name="connsiteX19" fmla="*/ 1073383 w 3115091"/>
                  <a:gd name="connsiteY19" fmla="*/ 834915 h 1839666"/>
                  <a:gd name="connsiteX20" fmla="*/ 1420419 w 3115091"/>
                  <a:gd name="connsiteY20" fmla="*/ 916591 h 1839666"/>
                  <a:gd name="connsiteX21" fmla="*/ 1766076 w 3115091"/>
                  <a:gd name="connsiteY21" fmla="*/ 954499 h 1839666"/>
                  <a:gd name="connsiteX22" fmla="*/ 1858779 w 3115091"/>
                  <a:gd name="connsiteY22" fmla="*/ 917969 h 1839666"/>
                  <a:gd name="connsiteX23" fmla="*/ 2000764 w 3115091"/>
                  <a:gd name="connsiteY23" fmla="*/ 733940 h 1839666"/>
                  <a:gd name="connsiteX24" fmla="*/ 2130342 w 3115091"/>
                  <a:gd name="connsiteY24" fmla="*/ 504421 h 1839666"/>
                  <a:gd name="connsiteX25" fmla="*/ 2348489 w 3115091"/>
                  <a:gd name="connsiteY25" fmla="*/ 47451 h 1839666"/>
                  <a:gd name="connsiteX26" fmla="*/ 2596273 w 3115091"/>
                  <a:gd name="connsiteY26" fmla="*/ 48829 h 1839666"/>
                  <a:gd name="connsiteX27" fmla="*/ 2816832 w 3115091"/>
                  <a:gd name="connsiteY27" fmla="*/ 191159 h 1839666"/>
                  <a:gd name="connsiteX28" fmla="*/ 2982595 w 3115091"/>
                  <a:gd name="connsiteY28" fmla="*/ 373120 h 1839666"/>
                  <a:gd name="connsiteX29" fmla="*/ 3055655 w 3115091"/>
                  <a:gd name="connsiteY29" fmla="*/ 472716 h 1839666"/>
                  <a:gd name="connsiteX30" fmla="*/ 3114241 w 3115091"/>
                  <a:gd name="connsiteY30" fmla="*/ 568866 h 1839666"/>
                  <a:gd name="connsiteX31" fmla="*/ 3036701 w 3115091"/>
                  <a:gd name="connsiteY31" fmla="*/ 678456 h 1839666"/>
                  <a:gd name="connsiteX32" fmla="*/ 2945376 w 3115091"/>
                  <a:gd name="connsiteY32" fmla="*/ 809068 h 1839666"/>
                  <a:gd name="connsiteX33" fmla="*/ 2736190 w 3115091"/>
                  <a:gd name="connsiteY33" fmla="*/ 1117506 h 1839666"/>
                  <a:gd name="connsiteX34" fmla="*/ 2525625 w 3115091"/>
                  <a:gd name="connsiteY34" fmla="*/ 1490044 h 1839666"/>
                  <a:gd name="connsiteX35" fmla="*/ 2520800 w 3115091"/>
                  <a:gd name="connsiteY35" fmla="*/ 1502795 h 1839666"/>
                  <a:gd name="connsiteX0" fmla="*/ 2520211 w 3114502"/>
                  <a:gd name="connsiteY0" fmla="*/ 1502795 h 1839666"/>
                  <a:gd name="connsiteX1" fmla="*/ 2406141 w 3114502"/>
                  <a:gd name="connsiteY1" fmla="*/ 1713704 h 1839666"/>
                  <a:gd name="connsiteX2" fmla="*/ 2332047 w 3114502"/>
                  <a:gd name="connsiteY2" fmla="*/ 1819504 h 1839666"/>
                  <a:gd name="connsiteX3" fmla="*/ 2214531 w 3114502"/>
                  <a:gd name="connsiteY3" fmla="*/ 1836735 h 1839666"/>
                  <a:gd name="connsiteX4" fmla="*/ 1641422 w 3114502"/>
                  <a:gd name="connsiteY4" fmla="*/ 1836735 h 1839666"/>
                  <a:gd name="connsiteX5" fmla="*/ 494861 w 3114502"/>
                  <a:gd name="connsiteY5" fmla="*/ 1836735 h 1839666"/>
                  <a:gd name="connsiteX6" fmla="*/ 24795 w 3114502"/>
                  <a:gd name="connsiteY6" fmla="*/ 1836735 h 1839666"/>
                  <a:gd name="connsiteX7" fmla="*/ 11010 w 3114502"/>
                  <a:gd name="connsiteY7" fmla="*/ 1822950 h 1839666"/>
                  <a:gd name="connsiteX8" fmla="*/ 11699 w 3114502"/>
                  <a:gd name="connsiteY8" fmla="*/ 689484 h 1839666"/>
                  <a:gd name="connsiteX9" fmla="*/ 6185 w 3114502"/>
                  <a:gd name="connsiteY9" fmla="*/ 225621 h 1839666"/>
                  <a:gd name="connsiteX10" fmla="*/ 109572 w 3114502"/>
                  <a:gd name="connsiteY10" fmla="*/ 212181 h 1839666"/>
                  <a:gd name="connsiteX11" fmla="*/ 186423 w 3114502"/>
                  <a:gd name="connsiteY11" fmla="*/ 200119 h 1839666"/>
                  <a:gd name="connsiteX12" fmla="*/ 334267 w 3114502"/>
                  <a:gd name="connsiteY12" fmla="*/ 279727 h 1839666"/>
                  <a:gd name="connsiteX13" fmla="*/ 384582 w 3114502"/>
                  <a:gd name="connsiteY13" fmla="*/ 340381 h 1839666"/>
                  <a:gd name="connsiteX14" fmla="*/ 497273 w 3114502"/>
                  <a:gd name="connsiteY14" fmla="*/ 477541 h 1839666"/>
                  <a:gd name="connsiteX15" fmla="*/ 514160 w 3114502"/>
                  <a:gd name="connsiteY15" fmla="*/ 548878 h 1839666"/>
                  <a:gd name="connsiteX16" fmla="*/ 572401 w 3114502"/>
                  <a:gd name="connsiteY16" fmla="*/ 583340 h 1839666"/>
                  <a:gd name="connsiteX17" fmla="*/ 670619 w 3114502"/>
                  <a:gd name="connsiteY17" fmla="*/ 640203 h 1839666"/>
                  <a:gd name="connsiteX18" fmla="*/ 1072794 w 3114502"/>
                  <a:gd name="connsiteY18" fmla="*/ 834915 h 1839666"/>
                  <a:gd name="connsiteX19" fmla="*/ 1419830 w 3114502"/>
                  <a:gd name="connsiteY19" fmla="*/ 916591 h 1839666"/>
                  <a:gd name="connsiteX20" fmla="*/ 1765487 w 3114502"/>
                  <a:gd name="connsiteY20" fmla="*/ 954499 h 1839666"/>
                  <a:gd name="connsiteX21" fmla="*/ 1858190 w 3114502"/>
                  <a:gd name="connsiteY21" fmla="*/ 917969 h 1839666"/>
                  <a:gd name="connsiteX22" fmla="*/ 2000175 w 3114502"/>
                  <a:gd name="connsiteY22" fmla="*/ 733940 h 1839666"/>
                  <a:gd name="connsiteX23" fmla="*/ 2129753 w 3114502"/>
                  <a:gd name="connsiteY23" fmla="*/ 504421 h 1839666"/>
                  <a:gd name="connsiteX24" fmla="*/ 2347900 w 3114502"/>
                  <a:gd name="connsiteY24" fmla="*/ 47451 h 1839666"/>
                  <a:gd name="connsiteX25" fmla="*/ 2595684 w 3114502"/>
                  <a:gd name="connsiteY25" fmla="*/ 48829 h 1839666"/>
                  <a:gd name="connsiteX26" fmla="*/ 2816243 w 3114502"/>
                  <a:gd name="connsiteY26" fmla="*/ 191159 h 1839666"/>
                  <a:gd name="connsiteX27" fmla="*/ 2982006 w 3114502"/>
                  <a:gd name="connsiteY27" fmla="*/ 373120 h 1839666"/>
                  <a:gd name="connsiteX28" fmla="*/ 3055066 w 3114502"/>
                  <a:gd name="connsiteY28" fmla="*/ 472716 h 1839666"/>
                  <a:gd name="connsiteX29" fmla="*/ 3113652 w 3114502"/>
                  <a:gd name="connsiteY29" fmla="*/ 568866 h 1839666"/>
                  <a:gd name="connsiteX30" fmla="*/ 3036112 w 3114502"/>
                  <a:gd name="connsiteY30" fmla="*/ 678456 h 1839666"/>
                  <a:gd name="connsiteX31" fmla="*/ 2944787 w 3114502"/>
                  <a:gd name="connsiteY31" fmla="*/ 809068 h 1839666"/>
                  <a:gd name="connsiteX32" fmla="*/ 2735601 w 3114502"/>
                  <a:gd name="connsiteY32" fmla="*/ 1117506 h 1839666"/>
                  <a:gd name="connsiteX33" fmla="*/ 2525036 w 3114502"/>
                  <a:gd name="connsiteY33" fmla="*/ 1490044 h 1839666"/>
                  <a:gd name="connsiteX34" fmla="*/ 2520211 w 3114502"/>
                  <a:gd name="connsiteY34" fmla="*/ 1502795 h 1839666"/>
                  <a:gd name="connsiteX0" fmla="*/ 2520815 w 3115106"/>
                  <a:gd name="connsiteY0" fmla="*/ 1502795 h 1839666"/>
                  <a:gd name="connsiteX1" fmla="*/ 2406745 w 3115106"/>
                  <a:gd name="connsiteY1" fmla="*/ 1713704 h 1839666"/>
                  <a:gd name="connsiteX2" fmla="*/ 2332651 w 3115106"/>
                  <a:gd name="connsiteY2" fmla="*/ 1819504 h 1839666"/>
                  <a:gd name="connsiteX3" fmla="*/ 2215135 w 3115106"/>
                  <a:gd name="connsiteY3" fmla="*/ 1836735 h 1839666"/>
                  <a:gd name="connsiteX4" fmla="*/ 1642026 w 3115106"/>
                  <a:gd name="connsiteY4" fmla="*/ 1836735 h 1839666"/>
                  <a:gd name="connsiteX5" fmla="*/ 495465 w 3115106"/>
                  <a:gd name="connsiteY5" fmla="*/ 1836735 h 1839666"/>
                  <a:gd name="connsiteX6" fmla="*/ 25399 w 3115106"/>
                  <a:gd name="connsiteY6" fmla="*/ 1836735 h 1839666"/>
                  <a:gd name="connsiteX7" fmla="*/ 11614 w 3115106"/>
                  <a:gd name="connsiteY7" fmla="*/ 1822950 h 1839666"/>
                  <a:gd name="connsiteX8" fmla="*/ 6789 w 3115106"/>
                  <a:gd name="connsiteY8" fmla="*/ 225621 h 1839666"/>
                  <a:gd name="connsiteX9" fmla="*/ 110176 w 3115106"/>
                  <a:gd name="connsiteY9" fmla="*/ 212181 h 1839666"/>
                  <a:gd name="connsiteX10" fmla="*/ 187027 w 3115106"/>
                  <a:gd name="connsiteY10" fmla="*/ 200119 h 1839666"/>
                  <a:gd name="connsiteX11" fmla="*/ 334871 w 3115106"/>
                  <a:gd name="connsiteY11" fmla="*/ 279727 h 1839666"/>
                  <a:gd name="connsiteX12" fmla="*/ 385186 w 3115106"/>
                  <a:gd name="connsiteY12" fmla="*/ 340381 h 1839666"/>
                  <a:gd name="connsiteX13" fmla="*/ 497877 w 3115106"/>
                  <a:gd name="connsiteY13" fmla="*/ 477541 h 1839666"/>
                  <a:gd name="connsiteX14" fmla="*/ 514764 w 3115106"/>
                  <a:gd name="connsiteY14" fmla="*/ 548878 h 1839666"/>
                  <a:gd name="connsiteX15" fmla="*/ 573005 w 3115106"/>
                  <a:gd name="connsiteY15" fmla="*/ 583340 h 1839666"/>
                  <a:gd name="connsiteX16" fmla="*/ 671223 w 3115106"/>
                  <a:gd name="connsiteY16" fmla="*/ 640203 h 1839666"/>
                  <a:gd name="connsiteX17" fmla="*/ 1073398 w 3115106"/>
                  <a:gd name="connsiteY17" fmla="*/ 834915 h 1839666"/>
                  <a:gd name="connsiteX18" fmla="*/ 1420434 w 3115106"/>
                  <a:gd name="connsiteY18" fmla="*/ 916591 h 1839666"/>
                  <a:gd name="connsiteX19" fmla="*/ 1766091 w 3115106"/>
                  <a:gd name="connsiteY19" fmla="*/ 954499 h 1839666"/>
                  <a:gd name="connsiteX20" fmla="*/ 1858794 w 3115106"/>
                  <a:gd name="connsiteY20" fmla="*/ 917969 h 1839666"/>
                  <a:gd name="connsiteX21" fmla="*/ 2000779 w 3115106"/>
                  <a:gd name="connsiteY21" fmla="*/ 733940 h 1839666"/>
                  <a:gd name="connsiteX22" fmla="*/ 2130357 w 3115106"/>
                  <a:gd name="connsiteY22" fmla="*/ 504421 h 1839666"/>
                  <a:gd name="connsiteX23" fmla="*/ 2348504 w 3115106"/>
                  <a:gd name="connsiteY23" fmla="*/ 47451 h 1839666"/>
                  <a:gd name="connsiteX24" fmla="*/ 2596288 w 3115106"/>
                  <a:gd name="connsiteY24" fmla="*/ 48829 h 1839666"/>
                  <a:gd name="connsiteX25" fmla="*/ 2816847 w 3115106"/>
                  <a:gd name="connsiteY25" fmla="*/ 191159 h 1839666"/>
                  <a:gd name="connsiteX26" fmla="*/ 2982610 w 3115106"/>
                  <a:gd name="connsiteY26" fmla="*/ 373120 h 1839666"/>
                  <a:gd name="connsiteX27" fmla="*/ 3055670 w 3115106"/>
                  <a:gd name="connsiteY27" fmla="*/ 472716 h 1839666"/>
                  <a:gd name="connsiteX28" fmla="*/ 3114256 w 3115106"/>
                  <a:gd name="connsiteY28" fmla="*/ 568866 h 1839666"/>
                  <a:gd name="connsiteX29" fmla="*/ 3036716 w 3115106"/>
                  <a:gd name="connsiteY29" fmla="*/ 678456 h 1839666"/>
                  <a:gd name="connsiteX30" fmla="*/ 2945391 w 3115106"/>
                  <a:gd name="connsiteY30" fmla="*/ 809068 h 1839666"/>
                  <a:gd name="connsiteX31" fmla="*/ 2736205 w 3115106"/>
                  <a:gd name="connsiteY31" fmla="*/ 1117506 h 1839666"/>
                  <a:gd name="connsiteX32" fmla="*/ 2525640 w 3115106"/>
                  <a:gd name="connsiteY32" fmla="*/ 1490044 h 1839666"/>
                  <a:gd name="connsiteX33" fmla="*/ 2520815 w 3115106"/>
                  <a:gd name="connsiteY33" fmla="*/ 1502795 h 1839666"/>
                  <a:gd name="connsiteX0" fmla="*/ 2541382 w 3135673"/>
                  <a:gd name="connsiteY0" fmla="*/ 1502795 h 1956076"/>
                  <a:gd name="connsiteX1" fmla="*/ 2427312 w 3135673"/>
                  <a:gd name="connsiteY1" fmla="*/ 1713704 h 1956076"/>
                  <a:gd name="connsiteX2" fmla="*/ 2353218 w 3135673"/>
                  <a:gd name="connsiteY2" fmla="*/ 1819504 h 1956076"/>
                  <a:gd name="connsiteX3" fmla="*/ 2235702 w 3135673"/>
                  <a:gd name="connsiteY3" fmla="*/ 1836735 h 1956076"/>
                  <a:gd name="connsiteX4" fmla="*/ 1662593 w 3135673"/>
                  <a:gd name="connsiteY4" fmla="*/ 1836735 h 1956076"/>
                  <a:gd name="connsiteX5" fmla="*/ 516032 w 3135673"/>
                  <a:gd name="connsiteY5" fmla="*/ 1836735 h 1956076"/>
                  <a:gd name="connsiteX6" fmla="*/ 45966 w 3135673"/>
                  <a:gd name="connsiteY6" fmla="*/ 1836735 h 1956076"/>
                  <a:gd name="connsiteX7" fmla="*/ 27356 w 3135673"/>
                  <a:gd name="connsiteY7" fmla="*/ 225621 h 1956076"/>
                  <a:gd name="connsiteX8" fmla="*/ 130743 w 3135673"/>
                  <a:gd name="connsiteY8" fmla="*/ 212181 h 1956076"/>
                  <a:gd name="connsiteX9" fmla="*/ 207594 w 3135673"/>
                  <a:gd name="connsiteY9" fmla="*/ 200119 h 1956076"/>
                  <a:gd name="connsiteX10" fmla="*/ 355438 w 3135673"/>
                  <a:gd name="connsiteY10" fmla="*/ 279727 h 1956076"/>
                  <a:gd name="connsiteX11" fmla="*/ 405753 w 3135673"/>
                  <a:gd name="connsiteY11" fmla="*/ 340381 h 1956076"/>
                  <a:gd name="connsiteX12" fmla="*/ 518444 w 3135673"/>
                  <a:gd name="connsiteY12" fmla="*/ 477541 h 1956076"/>
                  <a:gd name="connsiteX13" fmla="*/ 535331 w 3135673"/>
                  <a:gd name="connsiteY13" fmla="*/ 548878 h 1956076"/>
                  <a:gd name="connsiteX14" fmla="*/ 593572 w 3135673"/>
                  <a:gd name="connsiteY14" fmla="*/ 583340 h 1956076"/>
                  <a:gd name="connsiteX15" fmla="*/ 691790 w 3135673"/>
                  <a:gd name="connsiteY15" fmla="*/ 640203 h 1956076"/>
                  <a:gd name="connsiteX16" fmla="*/ 1093965 w 3135673"/>
                  <a:gd name="connsiteY16" fmla="*/ 834915 h 1956076"/>
                  <a:gd name="connsiteX17" fmla="*/ 1441001 w 3135673"/>
                  <a:gd name="connsiteY17" fmla="*/ 916591 h 1956076"/>
                  <a:gd name="connsiteX18" fmla="*/ 1786658 w 3135673"/>
                  <a:gd name="connsiteY18" fmla="*/ 954499 h 1956076"/>
                  <a:gd name="connsiteX19" fmla="*/ 1879361 w 3135673"/>
                  <a:gd name="connsiteY19" fmla="*/ 917969 h 1956076"/>
                  <a:gd name="connsiteX20" fmla="*/ 2021346 w 3135673"/>
                  <a:gd name="connsiteY20" fmla="*/ 733940 h 1956076"/>
                  <a:gd name="connsiteX21" fmla="*/ 2150924 w 3135673"/>
                  <a:gd name="connsiteY21" fmla="*/ 504421 h 1956076"/>
                  <a:gd name="connsiteX22" fmla="*/ 2369071 w 3135673"/>
                  <a:gd name="connsiteY22" fmla="*/ 47451 h 1956076"/>
                  <a:gd name="connsiteX23" fmla="*/ 2616855 w 3135673"/>
                  <a:gd name="connsiteY23" fmla="*/ 48829 h 1956076"/>
                  <a:gd name="connsiteX24" fmla="*/ 2837414 w 3135673"/>
                  <a:gd name="connsiteY24" fmla="*/ 191159 h 1956076"/>
                  <a:gd name="connsiteX25" fmla="*/ 3003177 w 3135673"/>
                  <a:gd name="connsiteY25" fmla="*/ 373120 h 1956076"/>
                  <a:gd name="connsiteX26" fmla="*/ 3076237 w 3135673"/>
                  <a:gd name="connsiteY26" fmla="*/ 472716 h 1956076"/>
                  <a:gd name="connsiteX27" fmla="*/ 3134823 w 3135673"/>
                  <a:gd name="connsiteY27" fmla="*/ 568866 h 1956076"/>
                  <a:gd name="connsiteX28" fmla="*/ 3057283 w 3135673"/>
                  <a:gd name="connsiteY28" fmla="*/ 678456 h 1956076"/>
                  <a:gd name="connsiteX29" fmla="*/ 2965958 w 3135673"/>
                  <a:gd name="connsiteY29" fmla="*/ 809068 h 1956076"/>
                  <a:gd name="connsiteX30" fmla="*/ 2756772 w 3135673"/>
                  <a:gd name="connsiteY30" fmla="*/ 1117506 h 1956076"/>
                  <a:gd name="connsiteX31" fmla="*/ 2546207 w 3135673"/>
                  <a:gd name="connsiteY31" fmla="*/ 1490044 h 1956076"/>
                  <a:gd name="connsiteX32" fmla="*/ 2541382 w 3135673"/>
                  <a:gd name="connsiteY32" fmla="*/ 1502795 h 195607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749608 w 3222688"/>
                  <a:gd name="connsiteY4" fmla="*/ 1836735 h 1839666"/>
                  <a:gd name="connsiteX5" fmla="*/ 603047 w 3222688"/>
                  <a:gd name="connsiteY5" fmla="*/ 1836735 h 1839666"/>
                  <a:gd name="connsiteX6" fmla="*/ 132981 w 3222688"/>
                  <a:gd name="connsiteY6" fmla="*/ 1836735 h 1839666"/>
                  <a:gd name="connsiteX7" fmla="*/ 114371 w 3222688"/>
                  <a:gd name="connsiteY7" fmla="*/ 225621 h 1839666"/>
                  <a:gd name="connsiteX8" fmla="*/ 217758 w 3222688"/>
                  <a:gd name="connsiteY8" fmla="*/ 212181 h 1839666"/>
                  <a:gd name="connsiteX9" fmla="*/ 294609 w 3222688"/>
                  <a:gd name="connsiteY9" fmla="*/ 200119 h 1839666"/>
                  <a:gd name="connsiteX10" fmla="*/ 442453 w 3222688"/>
                  <a:gd name="connsiteY10" fmla="*/ 279727 h 1839666"/>
                  <a:gd name="connsiteX11" fmla="*/ 492768 w 3222688"/>
                  <a:gd name="connsiteY11" fmla="*/ 340381 h 1839666"/>
                  <a:gd name="connsiteX12" fmla="*/ 605459 w 3222688"/>
                  <a:gd name="connsiteY12" fmla="*/ 477541 h 1839666"/>
                  <a:gd name="connsiteX13" fmla="*/ 622346 w 3222688"/>
                  <a:gd name="connsiteY13" fmla="*/ 548878 h 1839666"/>
                  <a:gd name="connsiteX14" fmla="*/ 680587 w 3222688"/>
                  <a:gd name="connsiteY14" fmla="*/ 583340 h 1839666"/>
                  <a:gd name="connsiteX15" fmla="*/ 778805 w 3222688"/>
                  <a:gd name="connsiteY15" fmla="*/ 640203 h 1839666"/>
                  <a:gd name="connsiteX16" fmla="*/ 1180980 w 3222688"/>
                  <a:gd name="connsiteY16" fmla="*/ 834915 h 1839666"/>
                  <a:gd name="connsiteX17" fmla="*/ 1528016 w 3222688"/>
                  <a:gd name="connsiteY17" fmla="*/ 916591 h 1839666"/>
                  <a:gd name="connsiteX18" fmla="*/ 1873673 w 3222688"/>
                  <a:gd name="connsiteY18" fmla="*/ 954499 h 1839666"/>
                  <a:gd name="connsiteX19" fmla="*/ 1966376 w 3222688"/>
                  <a:gd name="connsiteY19" fmla="*/ 917969 h 1839666"/>
                  <a:gd name="connsiteX20" fmla="*/ 2108361 w 3222688"/>
                  <a:gd name="connsiteY20" fmla="*/ 733940 h 1839666"/>
                  <a:gd name="connsiteX21" fmla="*/ 2237939 w 3222688"/>
                  <a:gd name="connsiteY21" fmla="*/ 504421 h 1839666"/>
                  <a:gd name="connsiteX22" fmla="*/ 2456086 w 3222688"/>
                  <a:gd name="connsiteY22" fmla="*/ 47451 h 1839666"/>
                  <a:gd name="connsiteX23" fmla="*/ 2703870 w 3222688"/>
                  <a:gd name="connsiteY23" fmla="*/ 48829 h 1839666"/>
                  <a:gd name="connsiteX24" fmla="*/ 2924429 w 3222688"/>
                  <a:gd name="connsiteY24" fmla="*/ 191159 h 1839666"/>
                  <a:gd name="connsiteX25" fmla="*/ 3090192 w 3222688"/>
                  <a:gd name="connsiteY25" fmla="*/ 373120 h 1839666"/>
                  <a:gd name="connsiteX26" fmla="*/ 3163252 w 3222688"/>
                  <a:gd name="connsiteY26" fmla="*/ 472716 h 1839666"/>
                  <a:gd name="connsiteX27" fmla="*/ 3221838 w 3222688"/>
                  <a:gd name="connsiteY27" fmla="*/ 568866 h 1839666"/>
                  <a:gd name="connsiteX28" fmla="*/ 3144298 w 3222688"/>
                  <a:gd name="connsiteY28" fmla="*/ 678456 h 1839666"/>
                  <a:gd name="connsiteX29" fmla="*/ 3052973 w 3222688"/>
                  <a:gd name="connsiteY29" fmla="*/ 809068 h 1839666"/>
                  <a:gd name="connsiteX30" fmla="*/ 2843787 w 3222688"/>
                  <a:gd name="connsiteY30" fmla="*/ 1117506 h 1839666"/>
                  <a:gd name="connsiteX31" fmla="*/ 2633222 w 3222688"/>
                  <a:gd name="connsiteY31" fmla="*/ 1490044 h 1839666"/>
                  <a:gd name="connsiteX32" fmla="*/ 2628397 w 3222688"/>
                  <a:gd name="connsiteY32" fmla="*/ 1502795 h 183966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749608 w 3222688"/>
                  <a:gd name="connsiteY4" fmla="*/ 1836735 h 1839666"/>
                  <a:gd name="connsiteX5" fmla="*/ 132981 w 3222688"/>
                  <a:gd name="connsiteY5" fmla="*/ 1836735 h 1839666"/>
                  <a:gd name="connsiteX6" fmla="*/ 114371 w 3222688"/>
                  <a:gd name="connsiteY6" fmla="*/ 225621 h 1839666"/>
                  <a:gd name="connsiteX7" fmla="*/ 217758 w 3222688"/>
                  <a:gd name="connsiteY7" fmla="*/ 212181 h 1839666"/>
                  <a:gd name="connsiteX8" fmla="*/ 294609 w 3222688"/>
                  <a:gd name="connsiteY8" fmla="*/ 200119 h 1839666"/>
                  <a:gd name="connsiteX9" fmla="*/ 442453 w 3222688"/>
                  <a:gd name="connsiteY9" fmla="*/ 279727 h 1839666"/>
                  <a:gd name="connsiteX10" fmla="*/ 492768 w 3222688"/>
                  <a:gd name="connsiteY10" fmla="*/ 340381 h 1839666"/>
                  <a:gd name="connsiteX11" fmla="*/ 605459 w 3222688"/>
                  <a:gd name="connsiteY11" fmla="*/ 477541 h 1839666"/>
                  <a:gd name="connsiteX12" fmla="*/ 622346 w 3222688"/>
                  <a:gd name="connsiteY12" fmla="*/ 548878 h 1839666"/>
                  <a:gd name="connsiteX13" fmla="*/ 680587 w 3222688"/>
                  <a:gd name="connsiteY13" fmla="*/ 583340 h 1839666"/>
                  <a:gd name="connsiteX14" fmla="*/ 778805 w 3222688"/>
                  <a:gd name="connsiteY14" fmla="*/ 640203 h 1839666"/>
                  <a:gd name="connsiteX15" fmla="*/ 1180980 w 3222688"/>
                  <a:gd name="connsiteY15" fmla="*/ 834915 h 1839666"/>
                  <a:gd name="connsiteX16" fmla="*/ 1528016 w 3222688"/>
                  <a:gd name="connsiteY16" fmla="*/ 916591 h 1839666"/>
                  <a:gd name="connsiteX17" fmla="*/ 1873673 w 3222688"/>
                  <a:gd name="connsiteY17" fmla="*/ 954499 h 1839666"/>
                  <a:gd name="connsiteX18" fmla="*/ 1966376 w 3222688"/>
                  <a:gd name="connsiteY18" fmla="*/ 917969 h 1839666"/>
                  <a:gd name="connsiteX19" fmla="*/ 2108361 w 3222688"/>
                  <a:gd name="connsiteY19" fmla="*/ 733940 h 1839666"/>
                  <a:gd name="connsiteX20" fmla="*/ 2237939 w 3222688"/>
                  <a:gd name="connsiteY20" fmla="*/ 504421 h 1839666"/>
                  <a:gd name="connsiteX21" fmla="*/ 2456086 w 3222688"/>
                  <a:gd name="connsiteY21" fmla="*/ 47451 h 1839666"/>
                  <a:gd name="connsiteX22" fmla="*/ 2703870 w 3222688"/>
                  <a:gd name="connsiteY22" fmla="*/ 48829 h 1839666"/>
                  <a:gd name="connsiteX23" fmla="*/ 2924429 w 3222688"/>
                  <a:gd name="connsiteY23" fmla="*/ 191159 h 1839666"/>
                  <a:gd name="connsiteX24" fmla="*/ 3090192 w 3222688"/>
                  <a:gd name="connsiteY24" fmla="*/ 373120 h 1839666"/>
                  <a:gd name="connsiteX25" fmla="*/ 3163252 w 3222688"/>
                  <a:gd name="connsiteY25" fmla="*/ 472716 h 1839666"/>
                  <a:gd name="connsiteX26" fmla="*/ 3221838 w 3222688"/>
                  <a:gd name="connsiteY26" fmla="*/ 568866 h 1839666"/>
                  <a:gd name="connsiteX27" fmla="*/ 3144298 w 3222688"/>
                  <a:gd name="connsiteY27" fmla="*/ 678456 h 1839666"/>
                  <a:gd name="connsiteX28" fmla="*/ 3052973 w 3222688"/>
                  <a:gd name="connsiteY28" fmla="*/ 809068 h 1839666"/>
                  <a:gd name="connsiteX29" fmla="*/ 2843787 w 3222688"/>
                  <a:gd name="connsiteY29" fmla="*/ 1117506 h 1839666"/>
                  <a:gd name="connsiteX30" fmla="*/ 2633222 w 3222688"/>
                  <a:gd name="connsiteY30" fmla="*/ 1490044 h 1839666"/>
                  <a:gd name="connsiteX31" fmla="*/ 2628397 w 3222688"/>
                  <a:gd name="connsiteY31" fmla="*/ 1502795 h 183966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32981 w 3222688"/>
                  <a:gd name="connsiteY4" fmla="*/ 1836735 h 1839666"/>
                  <a:gd name="connsiteX5" fmla="*/ 114371 w 3222688"/>
                  <a:gd name="connsiteY5" fmla="*/ 225621 h 1839666"/>
                  <a:gd name="connsiteX6" fmla="*/ 217758 w 3222688"/>
                  <a:gd name="connsiteY6" fmla="*/ 212181 h 1839666"/>
                  <a:gd name="connsiteX7" fmla="*/ 294609 w 3222688"/>
                  <a:gd name="connsiteY7" fmla="*/ 200119 h 1839666"/>
                  <a:gd name="connsiteX8" fmla="*/ 442453 w 3222688"/>
                  <a:gd name="connsiteY8" fmla="*/ 279727 h 1839666"/>
                  <a:gd name="connsiteX9" fmla="*/ 492768 w 3222688"/>
                  <a:gd name="connsiteY9" fmla="*/ 340381 h 1839666"/>
                  <a:gd name="connsiteX10" fmla="*/ 605459 w 3222688"/>
                  <a:gd name="connsiteY10" fmla="*/ 477541 h 1839666"/>
                  <a:gd name="connsiteX11" fmla="*/ 622346 w 3222688"/>
                  <a:gd name="connsiteY11" fmla="*/ 548878 h 1839666"/>
                  <a:gd name="connsiteX12" fmla="*/ 680587 w 3222688"/>
                  <a:gd name="connsiteY12" fmla="*/ 583340 h 1839666"/>
                  <a:gd name="connsiteX13" fmla="*/ 778805 w 3222688"/>
                  <a:gd name="connsiteY13" fmla="*/ 640203 h 1839666"/>
                  <a:gd name="connsiteX14" fmla="*/ 1180980 w 3222688"/>
                  <a:gd name="connsiteY14" fmla="*/ 834915 h 1839666"/>
                  <a:gd name="connsiteX15" fmla="*/ 1528016 w 3222688"/>
                  <a:gd name="connsiteY15" fmla="*/ 916591 h 1839666"/>
                  <a:gd name="connsiteX16" fmla="*/ 1873673 w 3222688"/>
                  <a:gd name="connsiteY16" fmla="*/ 954499 h 1839666"/>
                  <a:gd name="connsiteX17" fmla="*/ 1966376 w 3222688"/>
                  <a:gd name="connsiteY17" fmla="*/ 917969 h 1839666"/>
                  <a:gd name="connsiteX18" fmla="*/ 2108361 w 3222688"/>
                  <a:gd name="connsiteY18" fmla="*/ 733940 h 1839666"/>
                  <a:gd name="connsiteX19" fmla="*/ 2237939 w 3222688"/>
                  <a:gd name="connsiteY19" fmla="*/ 504421 h 1839666"/>
                  <a:gd name="connsiteX20" fmla="*/ 2456086 w 3222688"/>
                  <a:gd name="connsiteY20" fmla="*/ 47451 h 1839666"/>
                  <a:gd name="connsiteX21" fmla="*/ 2703870 w 3222688"/>
                  <a:gd name="connsiteY21" fmla="*/ 48829 h 1839666"/>
                  <a:gd name="connsiteX22" fmla="*/ 2924429 w 3222688"/>
                  <a:gd name="connsiteY22" fmla="*/ 191159 h 1839666"/>
                  <a:gd name="connsiteX23" fmla="*/ 3090192 w 3222688"/>
                  <a:gd name="connsiteY23" fmla="*/ 373120 h 1839666"/>
                  <a:gd name="connsiteX24" fmla="*/ 3163252 w 3222688"/>
                  <a:gd name="connsiteY24" fmla="*/ 472716 h 1839666"/>
                  <a:gd name="connsiteX25" fmla="*/ 3221838 w 3222688"/>
                  <a:gd name="connsiteY25" fmla="*/ 568866 h 1839666"/>
                  <a:gd name="connsiteX26" fmla="*/ 3144298 w 3222688"/>
                  <a:gd name="connsiteY26" fmla="*/ 678456 h 1839666"/>
                  <a:gd name="connsiteX27" fmla="*/ 3052973 w 3222688"/>
                  <a:gd name="connsiteY27" fmla="*/ 809068 h 1839666"/>
                  <a:gd name="connsiteX28" fmla="*/ 2843787 w 3222688"/>
                  <a:gd name="connsiteY28" fmla="*/ 1117506 h 1839666"/>
                  <a:gd name="connsiteX29" fmla="*/ 2633222 w 3222688"/>
                  <a:gd name="connsiteY29" fmla="*/ 1490044 h 1839666"/>
                  <a:gd name="connsiteX30" fmla="*/ 2628397 w 3222688"/>
                  <a:gd name="connsiteY30" fmla="*/ 1502795 h 1839666"/>
                  <a:gd name="connsiteX0" fmla="*/ 2517016 w 3111307"/>
                  <a:gd name="connsiteY0" fmla="*/ 1502795 h 1839666"/>
                  <a:gd name="connsiteX1" fmla="*/ 2402946 w 3111307"/>
                  <a:gd name="connsiteY1" fmla="*/ 1713704 h 1839666"/>
                  <a:gd name="connsiteX2" fmla="*/ 2328852 w 3111307"/>
                  <a:gd name="connsiteY2" fmla="*/ 1819504 h 1839666"/>
                  <a:gd name="connsiteX3" fmla="*/ 2211336 w 3111307"/>
                  <a:gd name="connsiteY3" fmla="*/ 1836735 h 1839666"/>
                  <a:gd name="connsiteX4" fmla="*/ 21600 w 3111307"/>
                  <a:gd name="connsiteY4" fmla="*/ 1836735 h 1839666"/>
                  <a:gd name="connsiteX5" fmla="*/ 2990 w 3111307"/>
                  <a:gd name="connsiteY5" fmla="*/ 225621 h 1839666"/>
                  <a:gd name="connsiteX6" fmla="*/ 106377 w 3111307"/>
                  <a:gd name="connsiteY6" fmla="*/ 212181 h 1839666"/>
                  <a:gd name="connsiteX7" fmla="*/ 183228 w 3111307"/>
                  <a:gd name="connsiteY7" fmla="*/ 200119 h 1839666"/>
                  <a:gd name="connsiteX8" fmla="*/ 331072 w 3111307"/>
                  <a:gd name="connsiteY8" fmla="*/ 279727 h 1839666"/>
                  <a:gd name="connsiteX9" fmla="*/ 381387 w 3111307"/>
                  <a:gd name="connsiteY9" fmla="*/ 340381 h 1839666"/>
                  <a:gd name="connsiteX10" fmla="*/ 494078 w 3111307"/>
                  <a:gd name="connsiteY10" fmla="*/ 477541 h 1839666"/>
                  <a:gd name="connsiteX11" fmla="*/ 510965 w 3111307"/>
                  <a:gd name="connsiteY11" fmla="*/ 548878 h 1839666"/>
                  <a:gd name="connsiteX12" fmla="*/ 569206 w 3111307"/>
                  <a:gd name="connsiteY12" fmla="*/ 583340 h 1839666"/>
                  <a:gd name="connsiteX13" fmla="*/ 667424 w 3111307"/>
                  <a:gd name="connsiteY13" fmla="*/ 640203 h 1839666"/>
                  <a:gd name="connsiteX14" fmla="*/ 1069599 w 3111307"/>
                  <a:gd name="connsiteY14" fmla="*/ 834915 h 1839666"/>
                  <a:gd name="connsiteX15" fmla="*/ 1416635 w 3111307"/>
                  <a:gd name="connsiteY15" fmla="*/ 916591 h 1839666"/>
                  <a:gd name="connsiteX16" fmla="*/ 1762292 w 3111307"/>
                  <a:gd name="connsiteY16" fmla="*/ 954499 h 1839666"/>
                  <a:gd name="connsiteX17" fmla="*/ 1854995 w 3111307"/>
                  <a:gd name="connsiteY17" fmla="*/ 917969 h 1839666"/>
                  <a:gd name="connsiteX18" fmla="*/ 1996980 w 3111307"/>
                  <a:gd name="connsiteY18" fmla="*/ 733940 h 1839666"/>
                  <a:gd name="connsiteX19" fmla="*/ 2126558 w 3111307"/>
                  <a:gd name="connsiteY19" fmla="*/ 504421 h 1839666"/>
                  <a:gd name="connsiteX20" fmla="*/ 2344705 w 3111307"/>
                  <a:gd name="connsiteY20" fmla="*/ 47451 h 1839666"/>
                  <a:gd name="connsiteX21" fmla="*/ 2592489 w 3111307"/>
                  <a:gd name="connsiteY21" fmla="*/ 48829 h 1839666"/>
                  <a:gd name="connsiteX22" fmla="*/ 2813048 w 3111307"/>
                  <a:gd name="connsiteY22" fmla="*/ 191159 h 1839666"/>
                  <a:gd name="connsiteX23" fmla="*/ 2978811 w 3111307"/>
                  <a:gd name="connsiteY23" fmla="*/ 373120 h 1839666"/>
                  <a:gd name="connsiteX24" fmla="*/ 3051871 w 3111307"/>
                  <a:gd name="connsiteY24" fmla="*/ 472716 h 1839666"/>
                  <a:gd name="connsiteX25" fmla="*/ 3110457 w 3111307"/>
                  <a:gd name="connsiteY25" fmla="*/ 568866 h 1839666"/>
                  <a:gd name="connsiteX26" fmla="*/ 3032917 w 3111307"/>
                  <a:gd name="connsiteY26" fmla="*/ 678456 h 1839666"/>
                  <a:gd name="connsiteX27" fmla="*/ 2941592 w 3111307"/>
                  <a:gd name="connsiteY27" fmla="*/ 809068 h 1839666"/>
                  <a:gd name="connsiteX28" fmla="*/ 2732406 w 3111307"/>
                  <a:gd name="connsiteY28" fmla="*/ 1117506 h 1839666"/>
                  <a:gd name="connsiteX29" fmla="*/ 2521841 w 3111307"/>
                  <a:gd name="connsiteY29" fmla="*/ 1490044 h 1839666"/>
                  <a:gd name="connsiteX30" fmla="*/ 2517016 w 3111307"/>
                  <a:gd name="connsiteY30" fmla="*/ 1502795 h 1839666"/>
                  <a:gd name="connsiteX0" fmla="*/ 2518960 w 3113251"/>
                  <a:gd name="connsiteY0" fmla="*/ 1502795 h 1839666"/>
                  <a:gd name="connsiteX1" fmla="*/ 2404890 w 3113251"/>
                  <a:gd name="connsiteY1" fmla="*/ 1713704 h 1839666"/>
                  <a:gd name="connsiteX2" fmla="*/ 2330796 w 3113251"/>
                  <a:gd name="connsiteY2" fmla="*/ 1819504 h 1839666"/>
                  <a:gd name="connsiteX3" fmla="*/ 2213280 w 3113251"/>
                  <a:gd name="connsiteY3" fmla="*/ 1836735 h 1839666"/>
                  <a:gd name="connsiteX4" fmla="*/ 23544 w 3113251"/>
                  <a:gd name="connsiteY4" fmla="*/ 1836735 h 1839666"/>
                  <a:gd name="connsiteX5" fmla="*/ 4934 w 3113251"/>
                  <a:gd name="connsiteY5" fmla="*/ 225621 h 1839666"/>
                  <a:gd name="connsiteX6" fmla="*/ 108321 w 3113251"/>
                  <a:gd name="connsiteY6" fmla="*/ 212181 h 1839666"/>
                  <a:gd name="connsiteX7" fmla="*/ 185172 w 3113251"/>
                  <a:gd name="connsiteY7" fmla="*/ 200119 h 1839666"/>
                  <a:gd name="connsiteX8" fmla="*/ 333016 w 3113251"/>
                  <a:gd name="connsiteY8" fmla="*/ 279727 h 1839666"/>
                  <a:gd name="connsiteX9" fmla="*/ 383331 w 3113251"/>
                  <a:gd name="connsiteY9" fmla="*/ 340381 h 1839666"/>
                  <a:gd name="connsiteX10" fmla="*/ 496022 w 3113251"/>
                  <a:gd name="connsiteY10" fmla="*/ 477541 h 1839666"/>
                  <a:gd name="connsiteX11" fmla="*/ 512909 w 3113251"/>
                  <a:gd name="connsiteY11" fmla="*/ 548878 h 1839666"/>
                  <a:gd name="connsiteX12" fmla="*/ 571150 w 3113251"/>
                  <a:gd name="connsiteY12" fmla="*/ 583340 h 1839666"/>
                  <a:gd name="connsiteX13" fmla="*/ 669368 w 3113251"/>
                  <a:gd name="connsiteY13" fmla="*/ 640203 h 1839666"/>
                  <a:gd name="connsiteX14" fmla="*/ 1071543 w 3113251"/>
                  <a:gd name="connsiteY14" fmla="*/ 834915 h 1839666"/>
                  <a:gd name="connsiteX15" fmla="*/ 1418579 w 3113251"/>
                  <a:gd name="connsiteY15" fmla="*/ 916591 h 1839666"/>
                  <a:gd name="connsiteX16" fmla="*/ 1764236 w 3113251"/>
                  <a:gd name="connsiteY16" fmla="*/ 954499 h 1839666"/>
                  <a:gd name="connsiteX17" fmla="*/ 1856939 w 3113251"/>
                  <a:gd name="connsiteY17" fmla="*/ 917969 h 1839666"/>
                  <a:gd name="connsiteX18" fmla="*/ 1998924 w 3113251"/>
                  <a:gd name="connsiteY18" fmla="*/ 733940 h 1839666"/>
                  <a:gd name="connsiteX19" fmla="*/ 2128502 w 3113251"/>
                  <a:gd name="connsiteY19" fmla="*/ 504421 h 1839666"/>
                  <a:gd name="connsiteX20" fmla="*/ 2346649 w 3113251"/>
                  <a:gd name="connsiteY20" fmla="*/ 47451 h 1839666"/>
                  <a:gd name="connsiteX21" fmla="*/ 2594433 w 3113251"/>
                  <a:gd name="connsiteY21" fmla="*/ 48829 h 1839666"/>
                  <a:gd name="connsiteX22" fmla="*/ 2814992 w 3113251"/>
                  <a:gd name="connsiteY22" fmla="*/ 191159 h 1839666"/>
                  <a:gd name="connsiteX23" fmla="*/ 2980755 w 3113251"/>
                  <a:gd name="connsiteY23" fmla="*/ 373120 h 1839666"/>
                  <a:gd name="connsiteX24" fmla="*/ 3053815 w 3113251"/>
                  <a:gd name="connsiteY24" fmla="*/ 472716 h 1839666"/>
                  <a:gd name="connsiteX25" fmla="*/ 3112401 w 3113251"/>
                  <a:gd name="connsiteY25" fmla="*/ 568866 h 1839666"/>
                  <a:gd name="connsiteX26" fmla="*/ 3034861 w 3113251"/>
                  <a:gd name="connsiteY26" fmla="*/ 678456 h 1839666"/>
                  <a:gd name="connsiteX27" fmla="*/ 2943536 w 3113251"/>
                  <a:gd name="connsiteY27" fmla="*/ 809068 h 1839666"/>
                  <a:gd name="connsiteX28" fmla="*/ 2734350 w 3113251"/>
                  <a:gd name="connsiteY28" fmla="*/ 1117506 h 1839666"/>
                  <a:gd name="connsiteX29" fmla="*/ 2523785 w 3113251"/>
                  <a:gd name="connsiteY29" fmla="*/ 1490044 h 1839666"/>
                  <a:gd name="connsiteX30" fmla="*/ 2518960 w 3113251"/>
                  <a:gd name="connsiteY30" fmla="*/ 1502795 h 1839666"/>
                  <a:gd name="connsiteX0" fmla="*/ 2516088 w 3110379"/>
                  <a:gd name="connsiteY0" fmla="*/ 1502795 h 1844494"/>
                  <a:gd name="connsiteX1" fmla="*/ 2402018 w 3110379"/>
                  <a:gd name="connsiteY1" fmla="*/ 1713704 h 1844494"/>
                  <a:gd name="connsiteX2" fmla="*/ 2327924 w 3110379"/>
                  <a:gd name="connsiteY2" fmla="*/ 1819504 h 1844494"/>
                  <a:gd name="connsiteX3" fmla="*/ 2210408 w 3110379"/>
                  <a:gd name="connsiteY3" fmla="*/ 1836735 h 1844494"/>
                  <a:gd name="connsiteX4" fmla="*/ 63945 w 3110379"/>
                  <a:gd name="connsiteY4" fmla="*/ 1750188 h 1844494"/>
                  <a:gd name="connsiteX5" fmla="*/ 2062 w 3110379"/>
                  <a:gd name="connsiteY5" fmla="*/ 225621 h 1844494"/>
                  <a:gd name="connsiteX6" fmla="*/ 105449 w 3110379"/>
                  <a:gd name="connsiteY6" fmla="*/ 212181 h 1844494"/>
                  <a:gd name="connsiteX7" fmla="*/ 182300 w 3110379"/>
                  <a:gd name="connsiteY7" fmla="*/ 200119 h 1844494"/>
                  <a:gd name="connsiteX8" fmla="*/ 330144 w 3110379"/>
                  <a:gd name="connsiteY8" fmla="*/ 279727 h 1844494"/>
                  <a:gd name="connsiteX9" fmla="*/ 380459 w 3110379"/>
                  <a:gd name="connsiteY9" fmla="*/ 340381 h 1844494"/>
                  <a:gd name="connsiteX10" fmla="*/ 493150 w 3110379"/>
                  <a:gd name="connsiteY10" fmla="*/ 477541 h 1844494"/>
                  <a:gd name="connsiteX11" fmla="*/ 510037 w 3110379"/>
                  <a:gd name="connsiteY11" fmla="*/ 548878 h 1844494"/>
                  <a:gd name="connsiteX12" fmla="*/ 568278 w 3110379"/>
                  <a:gd name="connsiteY12" fmla="*/ 583340 h 1844494"/>
                  <a:gd name="connsiteX13" fmla="*/ 666496 w 3110379"/>
                  <a:gd name="connsiteY13" fmla="*/ 640203 h 1844494"/>
                  <a:gd name="connsiteX14" fmla="*/ 1068671 w 3110379"/>
                  <a:gd name="connsiteY14" fmla="*/ 834915 h 1844494"/>
                  <a:gd name="connsiteX15" fmla="*/ 1415707 w 3110379"/>
                  <a:gd name="connsiteY15" fmla="*/ 916591 h 1844494"/>
                  <a:gd name="connsiteX16" fmla="*/ 1761364 w 3110379"/>
                  <a:gd name="connsiteY16" fmla="*/ 954499 h 1844494"/>
                  <a:gd name="connsiteX17" fmla="*/ 1854067 w 3110379"/>
                  <a:gd name="connsiteY17" fmla="*/ 917969 h 1844494"/>
                  <a:gd name="connsiteX18" fmla="*/ 1996052 w 3110379"/>
                  <a:gd name="connsiteY18" fmla="*/ 733940 h 1844494"/>
                  <a:gd name="connsiteX19" fmla="*/ 2125630 w 3110379"/>
                  <a:gd name="connsiteY19" fmla="*/ 504421 h 1844494"/>
                  <a:gd name="connsiteX20" fmla="*/ 2343777 w 3110379"/>
                  <a:gd name="connsiteY20" fmla="*/ 47451 h 1844494"/>
                  <a:gd name="connsiteX21" fmla="*/ 2591561 w 3110379"/>
                  <a:gd name="connsiteY21" fmla="*/ 48829 h 1844494"/>
                  <a:gd name="connsiteX22" fmla="*/ 2812120 w 3110379"/>
                  <a:gd name="connsiteY22" fmla="*/ 191159 h 1844494"/>
                  <a:gd name="connsiteX23" fmla="*/ 2977883 w 3110379"/>
                  <a:gd name="connsiteY23" fmla="*/ 373120 h 1844494"/>
                  <a:gd name="connsiteX24" fmla="*/ 3050943 w 3110379"/>
                  <a:gd name="connsiteY24" fmla="*/ 472716 h 1844494"/>
                  <a:gd name="connsiteX25" fmla="*/ 3109529 w 3110379"/>
                  <a:gd name="connsiteY25" fmla="*/ 568866 h 1844494"/>
                  <a:gd name="connsiteX26" fmla="*/ 3031989 w 3110379"/>
                  <a:gd name="connsiteY26" fmla="*/ 678456 h 1844494"/>
                  <a:gd name="connsiteX27" fmla="*/ 2940664 w 3110379"/>
                  <a:gd name="connsiteY27" fmla="*/ 809068 h 1844494"/>
                  <a:gd name="connsiteX28" fmla="*/ 2731478 w 3110379"/>
                  <a:gd name="connsiteY28" fmla="*/ 1117506 h 1844494"/>
                  <a:gd name="connsiteX29" fmla="*/ 2520913 w 3110379"/>
                  <a:gd name="connsiteY29" fmla="*/ 1490044 h 1844494"/>
                  <a:gd name="connsiteX30" fmla="*/ 2516088 w 3110379"/>
                  <a:gd name="connsiteY30" fmla="*/ 1502795 h 1844494"/>
                  <a:gd name="connsiteX0" fmla="*/ 2515903 w 3110194"/>
                  <a:gd name="connsiteY0" fmla="*/ 1502795 h 1838547"/>
                  <a:gd name="connsiteX1" fmla="*/ 2401833 w 3110194"/>
                  <a:gd name="connsiteY1" fmla="*/ 1713704 h 1838547"/>
                  <a:gd name="connsiteX2" fmla="*/ 2327739 w 3110194"/>
                  <a:gd name="connsiteY2" fmla="*/ 1819504 h 1838547"/>
                  <a:gd name="connsiteX3" fmla="*/ 2210223 w 3110194"/>
                  <a:gd name="connsiteY3" fmla="*/ 1836735 h 1838547"/>
                  <a:gd name="connsiteX4" fmla="*/ 70972 w 3110194"/>
                  <a:gd name="connsiteY4" fmla="*/ 1836735 h 1838547"/>
                  <a:gd name="connsiteX5" fmla="*/ 1877 w 3110194"/>
                  <a:gd name="connsiteY5" fmla="*/ 225621 h 1838547"/>
                  <a:gd name="connsiteX6" fmla="*/ 105264 w 3110194"/>
                  <a:gd name="connsiteY6" fmla="*/ 212181 h 1838547"/>
                  <a:gd name="connsiteX7" fmla="*/ 182115 w 3110194"/>
                  <a:gd name="connsiteY7" fmla="*/ 200119 h 1838547"/>
                  <a:gd name="connsiteX8" fmla="*/ 329959 w 3110194"/>
                  <a:gd name="connsiteY8" fmla="*/ 279727 h 1838547"/>
                  <a:gd name="connsiteX9" fmla="*/ 380274 w 3110194"/>
                  <a:gd name="connsiteY9" fmla="*/ 340381 h 1838547"/>
                  <a:gd name="connsiteX10" fmla="*/ 492965 w 3110194"/>
                  <a:gd name="connsiteY10" fmla="*/ 477541 h 1838547"/>
                  <a:gd name="connsiteX11" fmla="*/ 509852 w 3110194"/>
                  <a:gd name="connsiteY11" fmla="*/ 548878 h 1838547"/>
                  <a:gd name="connsiteX12" fmla="*/ 568093 w 3110194"/>
                  <a:gd name="connsiteY12" fmla="*/ 583340 h 1838547"/>
                  <a:gd name="connsiteX13" fmla="*/ 666311 w 3110194"/>
                  <a:gd name="connsiteY13" fmla="*/ 640203 h 1838547"/>
                  <a:gd name="connsiteX14" fmla="*/ 1068486 w 3110194"/>
                  <a:gd name="connsiteY14" fmla="*/ 834915 h 1838547"/>
                  <a:gd name="connsiteX15" fmla="*/ 1415522 w 3110194"/>
                  <a:gd name="connsiteY15" fmla="*/ 916591 h 1838547"/>
                  <a:gd name="connsiteX16" fmla="*/ 1761179 w 3110194"/>
                  <a:gd name="connsiteY16" fmla="*/ 954499 h 1838547"/>
                  <a:gd name="connsiteX17" fmla="*/ 1853882 w 3110194"/>
                  <a:gd name="connsiteY17" fmla="*/ 917969 h 1838547"/>
                  <a:gd name="connsiteX18" fmla="*/ 1995867 w 3110194"/>
                  <a:gd name="connsiteY18" fmla="*/ 733940 h 1838547"/>
                  <a:gd name="connsiteX19" fmla="*/ 2125445 w 3110194"/>
                  <a:gd name="connsiteY19" fmla="*/ 504421 h 1838547"/>
                  <a:gd name="connsiteX20" fmla="*/ 2343592 w 3110194"/>
                  <a:gd name="connsiteY20" fmla="*/ 47451 h 1838547"/>
                  <a:gd name="connsiteX21" fmla="*/ 2591376 w 3110194"/>
                  <a:gd name="connsiteY21" fmla="*/ 48829 h 1838547"/>
                  <a:gd name="connsiteX22" fmla="*/ 2811935 w 3110194"/>
                  <a:gd name="connsiteY22" fmla="*/ 191159 h 1838547"/>
                  <a:gd name="connsiteX23" fmla="*/ 2977698 w 3110194"/>
                  <a:gd name="connsiteY23" fmla="*/ 373120 h 1838547"/>
                  <a:gd name="connsiteX24" fmla="*/ 3050758 w 3110194"/>
                  <a:gd name="connsiteY24" fmla="*/ 472716 h 1838547"/>
                  <a:gd name="connsiteX25" fmla="*/ 3109344 w 3110194"/>
                  <a:gd name="connsiteY25" fmla="*/ 568866 h 1838547"/>
                  <a:gd name="connsiteX26" fmla="*/ 3031804 w 3110194"/>
                  <a:gd name="connsiteY26" fmla="*/ 678456 h 1838547"/>
                  <a:gd name="connsiteX27" fmla="*/ 2940479 w 3110194"/>
                  <a:gd name="connsiteY27" fmla="*/ 809068 h 1838547"/>
                  <a:gd name="connsiteX28" fmla="*/ 2731293 w 3110194"/>
                  <a:gd name="connsiteY28" fmla="*/ 1117506 h 1838547"/>
                  <a:gd name="connsiteX29" fmla="*/ 2520728 w 3110194"/>
                  <a:gd name="connsiteY29" fmla="*/ 1490044 h 1838547"/>
                  <a:gd name="connsiteX30" fmla="*/ 2515903 w 3110194"/>
                  <a:gd name="connsiteY30" fmla="*/ 1502795 h 1838547"/>
                  <a:gd name="connsiteX0" fmla="*/ 2515903 w 3110194"/>
                  <a:gd name="connsiteY0" fmla="*/ 1502795 h 1838547"/>
                  <a:gd name="connsiteX1" fmla="*/ 2401833 w 3110194"/>
                  <a:gd name="connsiteY1" fmla="*/ 1713704 h 1838547"/>
                  <a:gd name="connsiteX2" fmla="*/ 2327739 w 3110194"/>
                  <a:gd name="connsiteY2" fmla="*/ 1819504 h 1838547"/>
                  <a:gd name="connsiteX3" fmla="*/ 2210223 w 3110194"/>
                  <a:gd name="connsiteY3" fmla="*/ 1836735 h 1838547"/>
                  <a:gd name="connsiteX4" fmla="*/ 70972 w 3110194"/>
                  <a:gd name="connsiteY4" fmla="*/ 1836735 h 1838547"/>
                  <a:gd name="connsiteX5" fmla="*/ 1877 w 3110194"/>
                  <a:gd name="connsiteY5" fmla="*/ 225621 h 1838547"/>
                  <a:gd name="connsiteX6" fmla="*/ 105264 w 3110194"/>
                  <a:gd name="connsiteY6" fmla="*/ 212181 h 1838547"/>
                  <a:gd name="connsiteX7" fmla="*/ 182115 w 3110194"/>
                  <a:gd name="connsiteY7" fmla="*/ 200119 h 1838547"/>
                  <a:gd name="connsiteX8" fmla="*/ 329959 w 3110194"/>
                  <a:gd name="connsiteY8" fmla="*/ 279727 h 1838547"/>
                  <a:gd name="connsiteX9" fmla="*/ 380274 w 3110194"/>
                  <a:gd name="connsiteY9" fmla="*/ 340381 h 1838547"/>
                  <a:gd name="connsiteX10" fmla="*/ 492965 w 3110194"/>
                  <a:gd name="connsiteY10" fmla="*/ 477541 h 1838547"/>
                  <a:gd name="connsiteX11" fmla="*/ 509852 w 3110194"/>
                  <a:gd name="connsiteY11" fmla="*/ 548878 h 1838547"/>
                  <a:gd name="connsiteX12" fmla="*/ 568093 w 3110194"/>
                  <a:gd name="connsiteY12" fmla="*/ 583340 h 1838547"/>
                  <a:gd name="connsiteX13" fmla="*/ 666311 w 3110194"/>
                  <a:gd name="connsiteY13" fmla="*/ 640203 h 1838547"/>
                  <a:gd name="connsiteX14" fmla="*/ 1068486 w 3110194"/>
                  <a:gd name="connsiteY14" fmla="*/ 834915 h 1838547"/>
                  <a:gd name="connsiteX15" fmla="*/ 1415522 w 3110194"/>
                  <a:gd name="connsiteY15" fmla="*/ 916591 h 1838547"/>
                  <a:gd name="connsiteX16" fmla="*/ 1761179 w 3110194"/>
                  <a:gd name="connsiteY16" fmla="*/ 954499 h 1838547"/>
                  <a:gd name="connsiteX17" fmla="*/ 1853882 w 3110194"/>
                  <a:gd name="connsiteY17" fmla="*/ 917969 h 1838547"/>
                  <a:gd name="connsiteX18" fmla="*/ 1995867 w 3110194"/>
                  <a:gd name="connsiteY18" fmla="*/ 733940 h 1838547"/>
                  <a:gd name="connsiteX19" fmla="*/ 2125445 w 3110194"/>
                  <a:gd name="connsiteY19" fmla="*/ 504421 h 1838547"/>
                  <a:gd name="connsiteX20" fmla="*/ 2343592 w 3110194"/>
                  <a:gd name="connsiteY20" fmla="*/ 47451 h 1838547"/>
                  <a:gd name="connsiteX21" fmla="*/ 2591376 w 3110194"/>
                  <a:gd name="connsiteY21" fmla="*/ 48829 h 1838547"/>
                  <a:gd name="connsiteX22" fmla="*/ 2811935 w 3110194"/>
                  <a:gd name="connsiteY22" fmla="*/ 191159 h 1838547"/>
                  <a:gd name="connsiteX23" fmla="*/ 2977698 w 3110194"/>
                  <a:gd name="connsiteY23" fmla="*/ 373120 h 1838547"/>
                  <a:gd name="connsiteX24" fmla="*/ 3050758 w 3110194"/>
                  <a:gd name="connsiteY24" fmla="*/ 472716 h 1838547"/>
                  <a:gd name="connsiteX25" fmla="*/ 3109344 w 3110194"/>
                  <a:gd name="connsiteY25" fmla="*/ 568866 h 1838547"/>
                  <a:gd name="connsiteX26" fmla="*/ 3031804 w 3110194"/>
                  <a:gd name="connsiteY26" fmla="*/ 678456 h 1838547"/>
                  <a:gd name="connsiteX27" fmla="*/ 2940479 w 3110194"/>
                  <a:gd name="connsiteY27" fmla="*/ 809068 h 1838547"/>
                  <a:gd name="connsiteX28" fmla="*/ 2731293 w 3110194"/>
                  <a:gd name="connsiteY28" fmla="*/ 1117506 h 1838547"/>
                  <a:gd name="connsiteX29" fmla="*/ 2520728 w 3110194"/>
                  <a:gd name="connsiteY29" fmla="*/ 1490044 h 1838547"/>
                  <a:gd name="connsiteX30" fmla="*/ 2515903 w 3110194"/>
                  <a:gd name="connsiteY30" fmla="*/ 1502795 h 1838547"/>
                  <a:gd name="connsiteX0" fmla="*/ 2596247 w 3190538"/>
                  <a:gd name="connsiteY0" fmla="*/ 1502795 h 1838547"/>
                  <a:gd name="connsiteX1" fmla="*/ 2482177 w 3190538"/>
                  <a:gd name="connsiteY1" fmla="*/ 1713704 h 1838547"/>
                  <a:gd name="connsiteX2" fmla="*/ 2408083 w 3190538"/>
                  <a:gd name="connsiteY2" fmla="*/ 1819504 h 1838547"/>
                  <a:gd name="connsiteX3" fmla="*/ 2290567 w 3190538"/>
                  <a:gd name="connsiteY3" fmla="*/ 1836735 h 1838547"/>
                  <a:gd name="connsiteX4" fmla="*/ 151316 w 3190538"/>
                  <a:gd name="connsiteY4" fmla="*/ 1836735 h 1838547"/>
                  <a:gd name="connsiteX5" fmla="*/ 185608 w 3190538"/>
                  <a:gd name="connsiteY5" fmla="*/ 212181 h 1838547"/>
                  <a:gd name="connsiteX6" fmla="*/ 262459 w 3190538"/>
                  <a:gd name="connsiteY6" fmla="*/ 200119 h 1838547"/>
                  <a:gd name="connsiteX7" fmla="*/ 410303 w 3190538"/>
                  <a:gd name="connsiteY7" fmla="*/ 279727 h 1838547"/>
                  <a:gd name="connsiteX8" fmla="*/ 460618 w 3190538"/>
                  <a:gd name="connsiteY8" fmla="*/ 340381 h 1838547"/>
                  <a:gd name="connsiteX9" fmla="*/ 573309 w 3190538"/>
                  <a:gd name="connsiteY9" fmla="*/ 477541 h 1838547"/>
                  <a:gd name="connsiteX10" fmla="*/ 590196 w 3190538"/>
                  <a:gd name="connsiteY10" fmla="*/ 548878 h 1838547"/>
                  <a:gd name="connsiteX11" fmla="*/ 648437 w 3190538"/>
                  <a:gd name="connsiteY11" fmla="*/ 583340 h 1838547"/>
                  <a:gd name="connsiteX12" fmla="*/ 746655 w 3190538"/>
                  <a:gd name="connsiteY12" fmla="*/ 640203 h 1838547"/>
                  <a:gd name="connsiteX13" fmla="*/ 1148830 w 3190538"/>
                  <a:gd name="connsiteY13" fmla="*/ 834915 h 1838547"/>
                  <a:gd name="connsiteX14" fmla="*/ 1495866 w 3190538"/>
                  <a:gd name="connsiteY14" fmla="*/ 916591 h 1838547"/>
                  <a:gd name="connsiteX15" fmla="*/ 1841523 w 3190538"/>
                  <a:gd name="connsiteY15" fmla="*/ 954499 h 1838547"/>
                  <a:gd name="connsiteX16" fmla="*/ 1934226 w 3190538"/>
                  <a:gd name="connsiteY16" fmla="*/ 917969 h 1838547"/>
                  <a:gd name="connsiteX17" fmla="*/ 2076211 w 3190538"/>
                  <a:gd name="connsiteY17" fmla="*/ 733940 h 1838547"/>
                  <a:gd name="connsiteX18" fmla="*/ 2205789 w 3190538"/>
                  <a:gd name="connsiteY18" fmla="*/ 504421 h 1838547"/>
                  <a:gd name="connsiteX19" fmla="*/ 2423936 w 3190538"/>
                  <a:gd name="connsiteY19" fmla="*/ 47451 h 1838547"/>
                  <a:gd name="connsiteX20" fmla="*/ 2671720 w 3190538"/>
                  <a:gd name="connsiteY20" fmla="*/ 48829 h 1838547"/>
                  <a:gd name="connsiteX21" fmla="*/ 2892279 w 3190538"/>
                  <a:gd name="connsiteY21" fmla="*/ 191159 h 1838547"/>
                  <a:gd name="connsiteX22" fmla="*/ 3058042 w 3190538"/>
                  <a:gd name="connsiteY22" fmla="*/ 373120 h 1838547"/>
                  <a:gd name="connsiteX23" fmla="*/ 3131102 w 3190538"/>
                  <a:gd name="connsiteY23" fmla="*/ 472716 h 1838547"/>
                  <a:gd name="connsiteX24" fmla="*/ 3189688 w 3190538"/>
                  <a:gd name="connsiteY24" fmla="*/ 568866 h 1838547"/>
                  <a:gd name="connsiteX25" fmla="*/ 3112148 w 3190538"/>
                  <a:gd name="connsiteY25" fmla="*/ 678456 h 1838547"/>
                  <a:gd name="connsiteX26" fmla="*/ 3020823 w 3190538"/>
                  <a:gd name="connsiteY26" fmla="*/ 809068 h 1838547"/>
                  <a:gd name="connsiteX27" fmla="*/ 2811637 w 3190538"/>
                  <a:gd name="connsiteY27" fmla="*/ 1117506 h 1838547"/>
                  <a:gd name="connsiteX28" fmla="*/ 2601072 w 3190538"/>
                  <a:gd name="connsiteY28" fmla="*/ 1490044 h 1838547"/>
                  <a:gd name="connsiteX29" fmla="*/ 2596247 w 3190538"/>
                  <a:gd name="connsiteY29" fmla="*/ 1502795 h 1838547"/>
                  <a:gd name="connsiteX0" fmla="*/ 2607524 w 3201815"/>
                  <a:gd name="connsiteY0" fmla="*/ 1502795 h 1838547"/>
                  <a:gd name="connsiteX1" fmla="*/ 2493454 w 3201815"/>
                  <a:gd name="connsiteY1" fmla="*/ 1713704 h 1838547"/>
                  <a:gd name="connsiteX2" fmla="*/ 2419360 w 3201815"/>
                  <a:gd name="connsiteY2" fmla="*/ 1819504 h 1838547"/>
                  <a:gd name="connsiteX3" fmla="*/ 2301844 w 3201815"/>
                  <a:gd name="connsiteY3" fmla="*/ 1836735 h 1838547"/>
                  <a:gd name="connsiteX4" fmla="*/ 162593 w 3201815"/>
                  <a:gd name="connsiteY4" fmla="*/ 1836735 h 1838547"/>
                  <a:gd name="connsiteX5" fmla="*/ 153612 w 3201815"/>
                  <a:gd name="connsiteY5" fmla="*/ 212181 h 1838547"/>
                  <a:gd name="connsiteX6" fmla="*/ 273736 w 3201815"/>
                  <a:gd name="connsiteY6" fmla="*/ 200119 h 1838547"/>
                  <a:gd name="connsiteX7" fmla="*/ 421580 w 3201815"/>
                  <a:gd name="connsiteY7" fmla="*/ 279727 h 1838547"/>
                  <a:gd name="connsiteX8" fmla="*/ 471895 w 3201815"/>
                  <a:gd name="connsiteY8" fmla="*/ 340381 h 1838547"/>
                  <a:gd name="connsiteX9" fmla="*/ 584586 w 3201815"/>
                  <a:gd name="connsiteY9" fmla="*/ 477541 h 1838547"/>
                  <a:gd name="connsiteX10" fmla="*/ 601473 w 3201815"/>
                  <a:gd name="connsiteY10" fmla="*/ 548878 h 1838547"/>
                  <a:gd name="connsiteX11" fmla="*/ 659714 w 3201815"/>
                  <a:gd name="connsiteY11" fmla="*/ 583340 h 1838547"/>
                  <a:gd name="connsiteX12" fmla="*/ 757932 w 3201815"/>
                  <a:gd name="connsiteY12" fmla="*/ 640203 h 1838547"/>
                  <a:gd name="connsiteX13" fmla="*/ 1160107 w 3201815"/>
                  <a:gd name="connsiteY13" fmla="*/ 834915 h 1838547"/>
                  <a:gd name="connsiteX14" fmla="*/ 1507143 w 3201815"/>
                  <a:gd name="connsiteY14" fmla="*/ 916591 h 1838547"/>
                  <a:gd name="connsiteX15" fmla="*/ 1852800 w 3201815"/>
                  <a:gd name="connsiteY15" fmla="*/ 954499 h 1838547"/>
                  <a:gd name="connsiteX16" fmla="*/ 1945503 w 3201815"/>
                  <a:gd name="connsiteY16" fmla="*/ 917969 h 1838547"/>
                  <a:gd name="connsiteX17" fmla="*/ 2087488 w 3201815"/>
                  <a:gd name="connsiteY17" fmla="*/ 733940 h 1838547"/>
                  <a:gd name="connsiteX18" fmla="*/ 2217066 w 3201815"/>
                  <a:gd name="connsiteY18" fmla="*/ 504421 h 1838547"/>
                  <a:gd name="connsiteX19" fmla="*/ 2435213 w 3201815"/>
                  <a:gd name="connsiteY19" fmla="*/ 47451 h 1838547"/>
                  <a:gd name="connsiteX20" fmla="*/ 2682997 w 3201815"/>
                  <a:gd name="connsiteY20" fmla="*/ 48829 h 1838547"/>
                  <a:gd name="connsiteX21" fmla="*/ 2903556 w 3201815"/>
                  <a:gd name="connsiteY21" fmla="*/ 191159 h 1838547"/>
                  <a:gd name="connsiteX22" fmla="*/ 3069319 w 3201815"/>
                  <a:gd name="connsiteY22" fmla="*/ 373120 h 1838547"/>
                  <a:gd name="connsiteX23" fmla="*/ 3142379 w 3201815"/>
                  <a:gd name="connsiteY23" fmla="*/ 472716 h 1838547"/>
                  <a:gd name="connsiteX24" fmla="*/ 3200965 w 3201815"/>
                  <a:gd name="connsiteY24" fmla="*/ 568866 h 1838547"/>
                  <a:gd name="connsiteX25" fmla="*/ 3123425 w 3201815"/>
                  <a:gd name="connsiteY25" fmla="*/ 678456 h 1838547"/>
                  <a:gd name="connsiteX26" fmla="*/ 3032100 w 3201815"/>
                  <a:gd name="connsiteY26" fmla="*/ 809068 h 1838547"/>
                  <a:gd name="connsiteX27" fmla="*/ 2822914 w 3201815"/>
                  <a:gd name="connsiteY27" fmla="*/ 1117506 h 1838547"/>
                  <a:gd name="connsiteX28" fmla="*/ 2612349 w 3201815"/>
                  <a:gd name="connsiteY28" fmla="*/ 1490044 h 1838547"/>
                  <a:gd name="connsiteX29" fmla="*/ 2607524 w 3201815"/>
                  <a:gd name="connsiteY29" fmla="*/ 1502795 h 1838547"/>
                  <a:gd name="connsiteX0" fmla="*/ 2604156 w 3198447"/>
                  <a:gd name="connsiteY0" fmla="*/ 1502795 h 1838547"/>
                  <a:gd name="connsiteX1" fmla="*/ 2490086 w 3198447"/>
                  <a:gd name="connsiteY1" fmla="*/ 1713704 h 1838547"/>
                  <a:gd name="connsiteX2" fmla="*/ 2415992 w 3198447"/>
                  <a:gd name="connsiteY2" fmla="*/ 1819504 h 1838547"/>
                  <a:gd name="connsiteX3" fmla="*/ 2298476 w 3198447"/>
                  <a:gd name="connsiteY3" fmla="*/ 1836735 h 1838547"/>
                  <a:gd name="connsiteX4" fmla="*/ 159225 w 3198447"/>
                  <a:gd name="connsiteY4" fmla="*/ 1836735 h 1838547"/>
                  <a:gd name="connsiteX5" fmla="*/ 150244 w 3198447"/>
                  <a:gd name="connsiteY5" fmla="*/ 212181 h 1838547"/>
                  <a:gd name="connsiteX6" fmla="*/ 270368 w 3198447"/>
                  <a:gd name="connsiteY6" fmla="*/ 200119 h 1838547"/>
                  <a:gd name="connsiteX7" fmla="*/ 418212 w 3198447"/>
                  <a:gd name="connsiteY7" fmla="*/ 279727 h 1838547"/>
                  <a:gd name="connsiteX8" fmla="*/ 468527 w 3198447"/>
                  <a:gd name="connsiteY8" fmla="*/ 340381 h 1838547"/>
                  <a:gd name="connsiteX9" fmla="*/ 581218 w 3198447"/>
                  <a:gd name="connsiteY9" fmla="*/ 477541 h 1838547"/>
                  <a:gd name="connsiteX10" fmla="*/ 598105 w 3198447"/>
                  <a:gd name="connsiteY10" fmla="*/ 548878 h 1838547"/>
                  <a:gd name="connsiteX11" fmla="*/ 656346 w 3198447"/>
                  <a:gd name="connsiteY11" fmla="*/ 583340 h 1838547"/>
                  <a:gd name="connsiteX12" fmla="*/ 754564 w 3198447"/>
                  <a:gd name="connsiteY12" fmla="*/ 640203 h 1838547"/>
                  <a:gd name="connsiteX13" fmla="*/ 1156739 w 3198447"/>
                  <a:gd name="connsiteY13" fmla="*/ 834915 h 1838547"/>
                  <a:gd name="connsiteX14" fmla="*/ 1503775 w 3198447"/>
                  <a:gd name="connsiteY14" fmla="*/ 916591 h 1838547"/>
                  <a:gd name="connsiteX15" fmla="*/ 1849432 w 3198447"/>
                  <a:gd name="connsiteY15" fmla="*/ 954499 h 1838547"/>
                  <a:gd name="connsiteX16" fmla="*/ 1942135 w 3198447"/>
                  <a:gd name="connsiteY16" fmla="*/ 917969 h 1838547"/>
                  <a:gd name="connsiteX17" fmla="*/ 2084120 w 3198447"/>
                  <a:gd name="connsiteY17" fmla="*/ 733940 h 1838547"/>
                  <a:gd name="connsiteX18" fmla="*/ 2213698 w 3198447"/>
                  <a:gd name="connsiteY18" fmla="*/ 504421 h 1838547"/>
                  <a:gd name="connsiteX19" fmla="*/ 2431845 w 3198447"/>
                  <a:gd name="connsiteY19" fmla="*/ 47451 h 1838547"/>
                  <a:gd name="connsiteX20" fmla="*/ 2679629 w 3198447"/>
                  <a:gd name="connsiteY20" fmla="*/ 48829 h 1838547"/>
                  <a:gd name="connsiteX21" fmla="*/ 2900188 w 3198447"/>
                  <a:gd name="connsiteY21" fmla="*/ 191159 h 1838547"/>
                  <a:gd name="connsiteX22" fmla="*/ 3065951 w 3198447"/>
                  <a:gd name="connsiteY22" fmla="*/ 373120 h 1838547"/>
                  <a:gd name="connsiteX23" fmla="*/ 3139011 w 3198447"/>
                  <a:gd name="connsiteY23" fmla="*/ 472716 h 1838547"/>
                  <a:gd name="connsiteX24" fmla="*/ 3197597 w 3198447"/>
                  <a:gd name="connsiteY24" fmla="*/ 568866 h 1838547"/>
                  <a:gd name="connsiteX25" fmla="*/ 3120057 w 3198447"/>
                  <a:gd name="connsiteY25" fmla="*/ 678456 h 1838547"/>
                  <a:gd name="connsiteX26" fmla="*/ 3028732 w 3198447"/>
                  <a:gd name="connsiteY26" fmla="*/ 809068 h 1838547"/>
                  <a:gd name="connsiteX27" fmla="*/ 2819546 w 3198447"/>
                  <a:gd name="connsiteY27" fmla="*/ 1117506 h 1838547"/>
                  <a:gd name="connsiteX28" fmla="*/ 2608981 w 3198447"/>
                  <a:gd name="connsiteY28" fmla="*/ 1490044 h 1838547"/>
                  <a:gd name="connsiteX29" fmla="*/ 2604156 w 3198447"/>
                  <a:gd name="connsiteY29" fmla="*/ 1502795 h 1838547"/>
                  <a:gd name="connsiteX0" fmla="*/ 2456040 w 3050331"/>
                  <a:gd name="connsiteY0" fmla="*/ 1502795 h 1838547"/>
                  <a:gd name="connsiteX1" fmla="*/ 2341970 w 3050331"/>
                  <a:gd name="connsiteY1" fmla="*/ 1713704 h 1838547"/>
                  <a:gd name="connsiteX2" fmla="*/ 2267876 w 3050331"/>
                  <a:gd name="connsiteY2" fmla="*/ 1819504 h 1838547"/>
                  <a:gd name="connsiteX3" fmla="*/ 2150360 w 3050331"/>
                  <a:gd name="connsiteY3" fmla="*/ 1836735 h 1838547"/>
                  <a:gd name="connsiteX4" fmla="*/ 11109 w 3050331"/>
                  <a:gd name="connsiteY4" fmla="*/ 1836735 h 1838547"/>
                  <a:gd name="connsiteX5" fmla="*/ 2128 w 3050331"/>
                  <a:gd name="connsiteY5" fmla="*/ 212181 h 1838547"/>
                  <a:gd name="connsiteX6" fmla="*/ 122252 w 3050331"/>
                  <a:gd name="connsiteY6" fmla="*/ 200119 h 1838547"/>
                  <a:gd name="connsiteX7" fmla="*/ 270096 w 3050331"/>
                  <a:gd name="connsiteY7" fmla="*/ 279727 h 1838547"/>
                  <a:gd name="connsiteX8" fmla="*/ 320411 w 3050331"/>
                  <a:gd name="connsiteY8" fmla="*/ 340381 h 1838547"/>
                  <a:gd name="connsiteX9" fmla="*/ 433102 w 3050331"/>
                  <a:gd name="connsiteY9" fmla="*/ 477541 h 1838547"/>
                  <a:gd name="connsiteX10" fmla="*/ 449989 w 3050331"/>
                  <a:gd name="connsiteY10" fmla="*/ 548878 h 1838547"/>
                  <a:gd name="connsiteX11" fmla="*/ 508230 w 3050331"/>
                  <a:gd name="connsiteY11" fmla="*/ 583340 h 1838547"/>
                  <a:gd name="connsiteX12" fmla="*/ 606448 w 3050331"/>
                  <a:gd name="connsiteY12" fmla="*/ 640203 h 1838547"/>
                  <a:gd name="connsiteX13" fmla="*/ 1008623 w 3050331"/>
                  <a:gd name="connsiteY13" fmla="*/ 834915 h 1838547"/>
                  <a:gd name="connsiteX14" fmla="*/ 1355659 w 3050331"/>
                  <a:gd name="connsiteY14" fmla="*/ 916591 h 1838547"/>
                  <a:gd name="connsiteX15" fmla="*/ 1701316 w 3050331"/>
                  <a:gd name="connsiteY15" fmla="*/ 954499 h 1838547"/>
                  <a:gd name="connsiteX16" fmla="*/ 1794019 w 3050331"/>
                  <a:gd name="connsiteY16" fmla="*/ 917969 h 1838547"/>
                  <a:gd name="connsiteX17" fmla="*/ 1936004 w 3050331"/>
                  <a:gd name="connsiteY17" fmla="*/ 733940 h 1838547"/>
                  <a:gd name="connsiteX18" fmla="*/ 2065582 w 3050331"/>
                  <a:gd name="connsiteY18" fmla="*/ 504421 h 1838547"/>
                  <a:gd name="connsiteX19" fmla="*/ 2283729 w 3050331"/>
                  <a:gd name="connsiteY19" fmla="*/ 47451 h 1838547"/>
                  <a:gd name="connsiteX20" fmla="*/ 2531513 w 3050331"/>
                  <a:gd name="connsiteY20" fmla="*/ 48829 h 1838547"/>
                  <a:gd name="connsiteX21" fmla="*/ 2752072 w 3050331"/>
                  <a:gd name="connsiteY21" fmla="*/ 191159 h 1838547"/>
                  <a:gd name="connsiteX22" fmla="*/ 2917835 w 3050331"/>
                  <a:gd name="connsiteY22" fmla="*/ 373120 h 1838547"/>
                  <a:gd name="connsiteX23" fmla="*/ 2990895 w 3050331"/>
                  <a:gd name="connsiteY23" fmla="*/ 472716 h 1838547"/>
                  <a:gd name="connsiteX24" fmla="*/ 3049481 w 3050331"/>
                  <a:gd name="connsiteY24" fmla="*/ 568866 h 1838547"/>
                  <a:gd name="connsiteX25" fmla="*/ 2971941 w 3050331"/>
                  <a:gd name="connsiteY25" fmla="*/ 678456 h 1838547"/>
                  <a:gd name="connsiteX26" fmla="*/ 2880616 w 3050331"/>
                  <a:gd name="connsiteY26" fmla="*/ 809068 h 1838547"/>
                  <a:gd name="connsiteX27" fmla="*/ 2671430 w 3050331"/>
                  <a:gd name="connsiteY27" fmla="*/ 1117506 h 1838547"/>
                  <a:gd name="connsiteX28" fmla="*/ 2460865 w 3050331"/>
                  <a:gd name="connsiteY28" fmla="*/ 1490044 h 1838547"/>
                  <a:gd name="connsiteX29" fmla="*/ 2456040 w 3050331"/>
                  <a:gd name="connsiteY29" fmla="*/ 1502795 h 1838547"/>
                  <a:gd name="connsiteX0" fmla="*/ 2454065 w 3048356"/>
                  <a:gd name="connsiteY0" fmla="*/ 1502795 h 1838547"/>
                  <a:gd name="connsiteX1" fmla="*/ 2339995 w 3048356"/>
                  <a:gd name="connsiteY1" fmla="*/ 1713704 h 1838547"/>
                  <a:gd name="connsiteX2" fmla="*/ 2265901 w 3048356"/>
                  <a:gd name="connsiteY2" fmla="*/ 1819504 h 1838547"/>
                  <a:gd name="connsiteX3" fmla="*/ 2148385 w 3048356"/>
                  <a:gd name="connsiteY3" fmla="*/ 1836735 h 1838547"/>
                  <a:gd name="connsiteX4" fmla="*/ 9134 w 3048356"/>
                  <a:gd name="connsiteY4" fmla="*/ 1836735 h 1838547"/>
                  <a:gd name="connsiteX5" fmla="*/ 153 w 3048356"/>
                  <a:gd name="connsiteY5" fmla="*/ 212181 h 1838547"/>
                  <a:gd name="connsiteX6" fmla="*/ 120277 w 3048356"/>
                  <a:gd name="connsiteY6" fmla="*/ 200119 h 1838547"/>
                  <a:gd name="connsiteX7" fmla="*/ 268121 w 3048356"/>
                  <a:gd name="connsiteY7" fmla="*/ 279727 h 1838547"/>
                  <a:gd name="connsiteX8" fmla="*/ 318436 w 3048356"/>
                  <a:gd name="connsiteY8" fmla="*/ 340381 h 1838547"/>
                  <a:gd name="connsiteX9" fmla="*/ 431127 w 3048356"/>
                  <a:gd name="connsiteY9" fmla="*/ 477541 h 1838547"/>
                  <a:gd name="connsiteX10" fmla="*/ 448014 w 3048356"/>
                  <a:gd name="connsiteY10" fmla="*/ 548878 h 1838547"/>
                  <a:gd name="connsiteX11" fmla="*/ 506255 w 3048356"/>
                  <a:gd name="connsiteY11" fmla="*/ 583340 h 1838547"/>
                  <a:gd name="connsiteX12" fmla="*/ 604473 w 3048356"/>
                  <a:gd name="connsiteY12" fmla="*/ 640203 h 1838547"/>
                  <a:gd name="connsiteX13" fmla="*/ 1006648 w 3048356"/>
                  <a:gd name="connsiteY13" fmla="*/ 834915 h 1838547"/>
                  <a:gd name="connsiteX14" fmla="*/ 1353684 w 3048356"/>
                  <a:gd name="connsiteY14" fmla="*/ 916591 h 1838547"/>
                  <a:gd name="connsiteX15" fmla="*/ 1699341 w 3048356"/>
                  <a:gd name="connsiteY15" fmla="*/ 954499 h 1838547"/>
                  <a:gd name="connsiteX16" fmla="*/ 1792044 w 3048356"/>
                  <a:gd name="connsiteY16" fmla="*/ 917969 h 1838547"/>
                  <a:gd name="connsiteX17" fmla="*/ 1934029 w 3048356"/>
                  <a:gd name="connsiteY17" fmla="*/ 733940 h 1838547"/>
                  <a:gd name="connsiteX18" fmla="*/ 2063607 w 3048356"/>
                  <a:gd name="connsiteY18" fmla="*/ 504421 h 1838547"/>
                  <a:gd name="connsiteX19" fmla="*/ 2281754 w 3048356"/>
                  <a:gd name="connsiteY19" fmla="*/ 47451 h 1838547"/>
                  <a:gd name="connsiteX20" fmla="*/ 2529538 w 3048356"/>
                  <a:gd name="connsiteY20" fmla="*/ 48829 h 1838547"/>
                  <a:gd name="connsiteX21" fmla="*/ 2750097 w 3048356"/>
                  <a:gd name="connsiteY21" fmla="*/ 191159 h 1838547"/>
                  <a:gd name="connsiteX22" fmla="*/ 2915860 w 3048356"/>
                  <a:gd name="connsiteY22" fmla="*/ 373120 h 1838547"/>
                  <a:gd name="connsiteX23" fmla="*/ 2988920 w 3048356"/>
                  <a:gd name="connsiteY23" fmla="*/ 472716 h 1838547"/>
                  <a:gd name="connsiteX24" fmla="*/ 3047506 w 3048356"/>
                  <a:gd name="connsiteY24" fmla="*/ 568866 h 1838547"/>
                  <a:gd name="connsiteX25" fmla="*/ 2969966 w 3048356"/>
                  <a:gd name="connsiteY25" fmla="*/ 678456 h 1838547"/>
                  <a:gd name="connsiteX26" fmla="*/ 2878641 w 3048356"/>
                  <a:gd name="connsiteY26" fmla="*/ 809068 h 1838547"/>
                  <a:gd name="connsiteX27" fmla="*/ 2669455 w 3048356"/>
                  <a:gd name="connsiteY27" fmla="*/ 1117506 h 1838547"/>
                  <a:gd name="connsiteX28" fmla="*/ 2458890 w 3048356"/>
                  <a:gd name="connsiteY28" fmla="*/ 1490044 h 1838547"/>
                  <a:gd name="connsiteX29" fmla="*/ 2454065 w 3048356"/>
                  <a:gd name="connsiteY29" fmla="*/ 1502795 h 1838547"/>
                  <a:gd name="connsiteX0" fmla="*/ 2460865 w 3055156"/>
                  <a:gd name="connsiteY0" fmla="*/ 1502795 h 1838547"/>
                  <a:gd name="connsiteX1" fmla="*/ 2346795 w 3055156"/>
                  <a:gd name="connsiteY1" fmla="*/ 1713704 h 1838547"/>
                  <a:gd name="connsiteX2" fmla="*/ 2272701 w 3055156"/>
                  <a:gd name="connsiteY2" fmla="*/ 1819504 h 1838547"/>
                  <a:gd name="connsiteX3" fmla="*/ 2155185 w 3055156"/>
                  <a:gd name="connsiteY3" fmla="*/ 1836735 h 1838547"/>
                  <a:gd name="connsiteX4" fmla="*/ 15934 w 3055156"/>
                  <a:gd name="connsiteY4" fmla="*/ 1836735 h 1838547"/>
                  <a:gd name="connsiteX5" fmla="*/ 6953 w 3055156"/>
                  <a:gd name="connsiteY5" fmla="*/ 212181 h 1838547"/>
                  <a:gd name="connsiteX6" fmla="*/ 127077 w 3055156"/>
                  <a:gd name="connsiteY6" fmla="*/ 200119 h 1838547"/>
                  <a:gd name="connsiteX7" fmla="*/ 274921 w 3055156"/>
                  <a:gd name="connsiteY7" fmla="*/ 279727 h 1838547"/>
                  <a:gd name="connsiteX8" fmla="*/ 325236 w 3055156"/>
                  <a:gd name="connsiteY8" fmla="*/ 340381 h 1838547"/>
                  <a:gd name="connsiteX9" fmla="*/ 437927 w 3055156"/>
                  <a:gd name="connsiteY9" fmla="*/ 477541 h 1838547"/>
                  <a:gd name="connsiteX10" fmla="*/ 454814 w 3055156"/>
                  <a:gd name="connsiteY10" fmla="*/ 548878 h 1838547"/>
                  <a:gd name="connsiteX11" fmla="*/ 513055 w 3055156"/>
                  <a:gd name="connsiteY11" fmla="*/ 583340 h 1838547"/>
                  <a:gd name="connsiteX12" fmla="*/ 611273 w 3055156"/>
                  <a:gd name="connsiteY12" fmla="*/ 640203 h 1838547"/>
                  <a:gd name="connsiteX13" fmla="*/ 1013448 w 3055156"/>
                  <a:gd name="connsiteY13" fmla="*/ 834915 h 1838547"/>
                  <a:gd name="connsiteX14" fmla="*/ 1360484 w 3055156"/>
                  <a:gd name="connsiteY14" fmla="*/ 916591 h 1838547"/>
                  <a:gd name="connsiteX15" fmla="*/ 1706141 w 3055156"/>
                  <a:gd name="connsiteY15" fmla="*/ 954499 h 1838547"/>
                  <a:gd name="connsiteX16" fmla="*/ 1798844 w 3055156"/>
                  <a:gd name="connsiteY16" fmla="*/ 917969 h 1838547"/>
                  <a:gd name="connsiteX17" fmla="*/ 1940829 w 3055156"/>
                  <a:gd name="connsiteY17" fmla="*/ 733940 h 1838547"/>
                  <a:gd name="connsiteX18" fmla="*/ 2070407 w 3055156"/>
                  <a:gd name="connsiteY18" fmla="*/ 504421 h 1838547"/>
                  <a:gd name="connsiteX19" fmla="*/ 2288554 w 3055156"/>
                  <a:gd name="connsiteY19" fmla="*/ 47451 h 1838547"/>
                  <a:gd name="connsiteX20" fmla="*/ 2536338 w 3055156"/>
                  <a:gd name="connsiteY20" fmla="*/ 48829 h 1838547"/>
                  <a:gd name="connsiteX21" fmla="*/ 2756897 w 3055156"/>
                  <a:gd name="connsiteY21" fmla="*/ 191159 h 1838547"/>
                  <a:gd name="connsiteX22" fmla="*/ 2922660 w 3055156"/>
                  <a:gd name="connsiteY22" fmla="*/ 373120 h 1838547"/>
                  <a:gd name="connsiteX23" fmla="*/ 2995720 w 3055156"/>
                  <a:gd name="connsiteY23" fmla="*/ 472716 h 1838547"/>
                  <a:gd name="connsiteX24" fmla="*/ 3054306 w 3055156"/>
                  <a:gd name="connsiteY24" fmla="*/ 568866 h 1838547"/>
                  <a:gd name="connsiteX25" fmla="*/ 2976766 w 3055156"/>
                  <a:gd name="connsiteY25" fmla="*/ 678456 h 1838547"/>
                  <a:gd name="connsiteX26" fmla="*/ 2885441 w 3055156"/>
                  <a:gd name="connsiteY26" fmla="*/ 809068 h 1838547"/>
                  <a:gd name="connsiteX27" fmla="*/ 2676255 w 3055156"/>
                  <a:gd name="connsiteY27" fmla="*/ 1117506 h 1838547"/>
                  <a:gd name="connsiteX28" fmla="*/ 2465690 w 3055156"/>
                  <a:gd name="connsiteY28" fmla="*/ 1490044 h 1838547"/>
                  <a:gd name="connsiteX29" fmla="*/ 2460865 w 3055156"/>
                  <a:gd name="connsiteY29" fmla="*/ 1502795 h 1838547"/>
                  <a:gd name="connsiteX0" fmla="*/ 2455004 w 3049295"/>
                  <a:gd name="connsiteY0" fmla="*/ 1502795 h 1838547"/>
                  <a:gd name="connsiteX1" fmla="*/ 2340934 w 3049295"/>
                  <a:gd name="connsiteY1" fmla="*/ 1713704 h 1838547"/>
                  <a:gd name="connsiteX2" fmla="*/ 2266840 w 3049295"/>
                  <a:gd name="connsiteY2" fmla="*/ 1819504 h 1838547"/>
                  <a:gd name="connsiteX3" fmla="*/ 2149324 w 3049295"/>
                  <a:gd name="connsiteY3" fmla="*/ 1836735 h 1838547"/>
                  <a:gd name="connsiteX4" fmla="*/ 10073 w 3049295"/>
                  <a:gd name="connsiteY4" fmla="*/ 1836735 h 1838547"/>
                  <a:gd name="connsiteX5" fmla="*/ 1092 w 3049295"/>
                  <a:gd name="connsiteY5" fmla="*/ 212181 h 1838547"/>
                  <a:gd name="connsiteX6" fmla="*/ 121216 w 3049295"/>
                  <a:gd name="connsiteY6" fmla="*/ 200119 h 1838547"/>
                  <a:gd name="connsiteX7" fmla="*/ 269060 w 3049295"/>
                  <a:gd name="connsiteY7" fmla="*/ 279727 h 1838547"/>
                  <a:gd name="connsiteX8" fmla="*/ 319375 w 3049295"/>
                  <a:gd name="connsiteY8" fmla="*/ 340381 h 1838547"/>
                  <a:gd name="connsiteX9" fmla="*/ 432066 w 3049295"/>
                  <a:gd name="connsiteY9" fmla="*/ 477541 h 1838547"/>
                  <a:gd name="connsiteX10" fmla="*/ 448953 w 3049295"/>
                  <a:gd name="connsiteY10" fmla="*/ 548878 h 1838547"/>
                  <a:gd name="connsiteX11" fmla="*/ 507194 w 3049295"/>
                  <a:gd name="connsiteY11" fmla="*/ 583340 h 1838547"/>
                  <a:gd name="connsiteX12" fmla="*/ 605412 w 3049295"/>
                  <a:gd name="connsiteY12" fmla="*/ 640203 h 1838547"/>
                  <a:gd name="connsiteX13" fmla="*/ 1007587 w 3049295"/>
                  <a:gd name="connsiteY13" fmla="*/ 834915 h 1838547"/>
                  <a:gd name="connsiteX14" fmla="*/ 1354623 w 3049295"/>
                  <a:gd name="connsiteY14" fmla="*/ 916591 h 1838547"/>
                  <a:gd name="connsiteX15" fmla="*/ 1700280 w 3049295"/>
                  <a:gd name="connsiteY15" fmla="*/ 954499 h 1838547"/>
                  <a:gd name="connsiteX16" fmla="*/ 1792983 w 3049295"/>
                  <a:gd name="connsiteY16" fmla="*/ 917969 h 1838547"/>
                  <a:gd name="connsiteX17" fmla="*/ 1934968 w 3049295"/>
                  <a:gd name="connsiteY17" fmla="*/ 733940 h 1838547"/>
                  <a:gd name="connsiteX18" fmla="*/ 2064546 w 3049295"/>
                  <a:gd name="connsiteY18" fmla="*/ 504421 h 1838547"/>
                  <a:gd name="connsiteX19" fmla="*/ 2282693 w 3049295"/>
                  <a:gd name="connsiteY19" fmla="*/ 47451 h 1838547"/>
                  <a:gd name="connsiteX20" fmla="*/ 2530477 w 3049295"/>
                  <a:gd name="connsiteY20" fmla="*/ 48829 h 1838547"/>
                  <a:gd name="connsiteX21" fmla="*/ 2751036 w 3049295"/>
                  <a:gd name="connsiteY21" fmla="*/ 191159 h 1838547"/>
                  <a:gd name="connsiteX22" fmla="*/ 2916799 w 3049295"/>
                  <a:gd name="connsiteY22" fmla="*/ 373120 h 1838547"/>
                  <a:gd name="connsiteX23" fmla="*/ 2989859 w 3049295"/>
                  <a:gd name="connsiteY23" fmla="*/ 472716 h 1838547"/>
                  <a:gd name="connsiteX24" fmla="*/ 3048445 w 3049295"/>
                  <a:gd name="connsiteY24" fmla="*/ 568866 h 1838547"/>
                  <a:gd name="connsiteX25" fmla="*/ 2970905 w 3049295"/>
                  <a:gd name="connsiteY25" fmla="*/ 678456 h 1838547"/>
                  <a:gd name="connsiteX26" fmla="*/ 2879580 w 3049295"/>
                  <a:gd name="connsiteY26" fmla="*/ 809068 h 1838547"/>
                  <a:gd name="connsiteX27" fmla="*/ 2670394 w 3049295"/>
                  <a:gd name="connsiteY27" fmla="*/ 1117506 h 1838547"/>
                  <a:gd name="connsiteX28" fmla="*/ 2459829 w 3049295"/>
                  <a:gd name="connsiteY28" fmla="*/ 1490044 h 1838547"/>
                  <a:gd name="connsiteX29" fmla="*/ 2455004 w 3049295"/>
                  <a:gd name="connsiteY29" fmla="*/ 1502795 h 1838547"/>
                  <a:gd name="connsiteX0" fmla="*/ 2449188 w 3043479"/>
                  <a:gd name="connsiteY0" fmla="*/ 1502795 h 1838547"/>
                  <a:gd name="connsiteX1" fmla="*/ 2335118 w 3043479"/>
                  <a:gd name="connsiteY1" fmla="*/ 1713704 h 1838547"/>
                  <a:gd name="connsiteX2" fmla="*/ 2261024 w 3043479"/>
                  <a:gd name="connsiteY2" fmla="*/ 1819504 h 1838547"/>
                  <a:gd name="connsiteX3" fmla="*/ 2143508 w 3043479"/>
                  <a:gd name="connsiteY3" fmla="*/ 1836735 h 1838547"/>
                  <a:gd name="connsiteX4" fmla="*/ 4257 w 3043479"/>
                  <a:gd name="connsiteY4" fmla="*/ 1836735 h 1838547"/>
                  <a:gd name="connsiteX5" fmla="*/ 2488 w 3043479"/>
                  <a:gd name="connsiteY5" fmla="*/ 255454 h 1838547"/>
                  <a:gd name="connsiteX6" fmla="*/ 115400 w 3043479"/>
                  <a:gd name="connsiteY6" fmla="*/ 200119 h 1838547"/>
                  <a:gd name="connsiteX7" fmla="*/ 263244 w 3043479"/>
                  <a:gd name="connsiteY7" fmla="*/ 279727 h 1838547"/>
                  <a:gd name="connsiteX8" fmla="*/ 313559 w 3043479"/>
                  <a:gd name="connsiteY8" fmla="*/ 340381 h 1838547"/>
                  <a:gd name="connsiteX9" fmla="*/ 426250 w 3043479"/>
                  <a:gd name="connsiteY9" fmla="*/ 477541 h 1838547"/>
                  <a:gd name="connsiteX10" fmla="*/ 443137 w 3043479"/>
                  <a:gd name="connsiteY10" fmla="*/ 548878 h 1838547"/>
                  <a:gd name="connsiteX11" fmla="*/ 501378 w 3043479"/>
                  <a:gd name="connsiteY11" fmla="*/ 583340 h 1838547"/>
                  <a:gd name="connsiteX12" fmla="*/ 599596 w 3043479"/>
                  <a:gd name="connsiteY12" fmla="*/ 640203 h 1838547"/>
                  <a:gd name="connsiteX13" fmla="*/ 1001771 w 3043479"/>
                  <a:gd name="connsiteY13" fmla="*/ 834915 h 1838547"/>
                  <a:gd name="connsiteX14" fmla="*/ 1348807 w 3043479"/>
                  <a:gd name="connsiteY14" fmla="*/ 916591 h 1838547"/>
                  <a:gd name="connsiteX15" fmla="*/ 1694464 w 3043479"/>
                  <a:gd name="connsiteY15" fmla="*/ 954499 h 1838547"/>
                  <a:gd name="connsiteX16" fmla="*/ 1787167 w 3043479"/>
                  <a:gd name="connsiteY16" fmla="*/ 917969 h 1838547"/>
                  <a:gd name="connsiteX17" fmla="*/ 1929152 w 3043479"/>
                  <a:gd name="connsiteY17" fmla="*/ 733940 h 1838547"/>
                  <a:gd name="connsiteX18" fmla="*/ 2058730 w 3043479"/>
                  <a:gd name="connsiteY18" fmla="*/ 504421 h 1838547"/>
                  <a:gd name="connsiteX19" fmla="*/ 2276877 w 3043479"/>
                  <a:gd name="connsiteY19" fmla="*/ 47451 h 1838547"/>
                  <a:gd name="connsiteX20" fmla="*/ 2524661 w 3043479"/>
                  <a:gd name="connsiteY20" fmla="*/ 48829 h 1838547"/>
                  <a:gd name="connsiteX21" fmla="*/ 2745220 w 3043479"/>
                  <a:gd name="connsiteY21" fmla="*/ 191159 h 1838547"/>
                  <a:gd name="connsiteX22" fmla="*/ 2910983 w 3043479"/>
                  <a:gd name="connsiteY22" fmla="*/ 373120 h 1838547"/>
                  <a:gd name="connsiteX23" fmla="*/ 2984043 w 3043479"/>
                  <a:gd name="connsiteY23" fmla="*/ 472716 h 1838547"/>
                  <a:gd name="connsiteX24" fmla="*/ 3042629 w 3043479"/>
                  <a:gd name="connsiteY24" fmla="*/ 568866 h 1838547"/>
                  <a:gd name="connsiteX25" fmla="*/ 2965089 w 3043479"/>
                  <a:gd name="connsiteY25" fmla="*/ 678456 h 1838547"/>
                  <a:gd name="connsiteX26" fmla="*/ 2873764 w 3043479"/>
                  <a:gd name="connsiteY26" fmla="*/ 809068 h 1838547"/>
                  <a:gd name="connsiteX27" fmla="*/ 2664578 w 3043479"/>
                  <a:gd name="connsiteY27" fmla="*/ 1117506 h 1838547"/>
                  <a:gd name="connsiteX28" fmla="*/ 2454013 w 3043479"/>
                  <a:gd name="connsiteY28" fmla="*/ 1490044 h 1838547"/>
                  <a:gd name="connsiteX29" fmla="*/ 2449188 w 3043479"/>
                  <a:gd name="connsiteY29" fmla="*/ 1502795 h 1838547"/>
                  <a:gd name="connsiteX0" fmla="*/ 2449188 w 3043479"/>
                  <a:gd name="connsiteY0" fmla="*/ 1502795 h 1838547"/>
                  <a:gd name="connsiteX1" fmla="*/ 2335118 w 3043479"/>
                  <a:gd name="connsiteY1" fmla="*/ 1713704 h 1838547"/>
                  <a:gd name="connsiteX2" fmla="*/ 2261024 w 3043479"/>
                  <a:gd name="connsiteY2" fmla="*/ 1819504 h 1838547"/>
                  <a:gd name="connsiteX3" fmla="*/ 2143508 w 3043479"/>
                  <a:gd name="connsiteY3" fmla="*/ 1836735 h 1838547"/>
                  <a:gd name="connsiteX4" fmla="*/ 4257 w 3043479"/>
                  <a:gd name="connsiteY4" fmla="*/ 1836735 h 1838547"/>
                  <a:gd name="connsiteX5" fmla="*/ 2488 w 3043479"/>
                  <a:gd name="connsiteY5" fmla="*/ 255454 h 1838547"/>
                  <a:gd name="connsiteX6" fmla="*/ 115400 w 3043479"/>
                  <a:gd name="connsiteY6" fmla="*/ 200119 h 1838547"/>
                  <a:gd name="connsiteX7" fmla="*/ 263244 w 3043479"/>
                  <a:gd name="connsiteY7" fmla="*/ 279727 h 1838547"/>
                  <a:gd name="connsiteX8" fmla="*/ 313559 w 3043479"/>
                  <a:gd name="connsiteY8" fmla="*/ 340381 h 1838547"/>
                  <a:gd name="connsiteX9" fmla="*/ 426250 w 3043479"/>
                  <a:gd name="connsiteY9" fmla="*/ 477541 h 1838547"/>
                  <a:gd name="connsiteX10" fmla="*/ 443137 w 3043479"/>
                  <a:gd name="connsiteY10" fmla="*/ 548878 h 1838547"/>
                  <a:gd name="connsiteX11" fmla="*/ 501378 w 3043479"/>
                  <a:gd name="connsiteY11" fmla="*/ 583340 h 1838547"/>
                  <a:gd name="connsiteX12" fmla="*/ 599596 w 3043479"/>
                  <a:gd name="connsiteY12" fmla="*/ 640203 h 1838547"/>
                  <a:gd name="connsiteX13" fmla="*/ 1001771 w 3043479"/>
                  <a:gd name="connsiteY13" fmla="*/ 834915 h 1838547"/>
                  <a:gd name="connsiteX14" fmla="*/ 1348807 w 3043479"/>
                  <a:gd name="connsiteY14" fmla="*/ 916591 h 1838547"/>
                  <a:gd name="connsiteX15" fmla="*/ 1694464 w 3043479"/>
                  <a:gd name="connsiteY15" fmla="*/ 954499 h 1838547"/>
                  <a:gd name="connsiteX16" fmla="*/ 1787167 w 3043479"/>
                  <a:gd name="connsiteY16" fmla="*/ 917969 h 1838547"/>
                  <a:gd name="connsiteX17" fmla="*/ 1929152 w 3043479"/>
                  <a:gd name="connsiteY17" fmla="*/ 733940 h 1838547"/>
                  <a:gd name="connsiteX18" fmla="*/ 2058730 w 3043479"/>
                  <a:gd name="connsiteY18" fmla="*/ 504421 h 1838547"/>
                  <a:gd name="connsiteX19" fmla="*/ 2276877 w 3043479"/>
                  <a:gd name="connsiteY19" fmla="*/ 47451 h 1838547"/>
                  <a:gd name="connsiteX20" fmla="*/ 2524661 w 3043479"/>
                  <a:gd name="connsiteY20" fmla="*/ 48829 h 1838547"/>
                  <a:gd name="connsiteX21" fmla="*/ 2745220 w 3043479"/>
                  <a:gd name="connsiteY21" fmla="*/ 191159 h 1838547"/>
                  <a:gd name="connsiteX22" fmla="*/ 2910983 w 3043479"/>
                  <a:gd name="connsiteY22" fmla="*/ 373120 h 1838547"/>
                  <a:gd name="connsiteX23" fmla="*/ 2984043 w 3043479"/>
                  <a:gd name="connsiteY23" fmla="*/ 472716 h 1838547"/>
                  <a:gd name="connsiteX24" fmla="*/ 3042629 w 3043479"/>
                  <a:gd name="connsiteY24" fmla="*/ 568866 h 1838547"/>
                  <a:gd name="connsiteX25" fmla="*/ 2965089 w 3043479"/>
                  <a:gd name="connsiteY25" fmla="*/ 678456 h 1838547"/>
                  <a:gd name="connsiteX26" fmla="*/ 2873764 w 3043479"/>
                  <a:gd name="connsiteY26" fmla="*/ 809068 h 1838547"/>
                  <a:gd name="connsiteX27" fmla="*/ 2664578 w 3043479"/>
                  <a:gd name="connsiteY27" fmla="*/ 1117506 h 1838547"/>
                  <a:gd name="connsiteX28" fmla="*/ 2454013 w 3043479"/>
                  <a:gd name="connsiteY28" fmla="*/ 1490044 h 1838547"/>
                  <a:gd name="connsiteX29" fmla="*/ 2449188 w 3043479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269059 w 3049294"/>
                  <a:gd name="connsiteY7" fmla="*/ 279727 h 1838547"/>
                  <a:gd name="connsiteX8" fmla="*/ 319374 w 3049294"/>
                  <a:gd name="connsiteY8" fmla="*/ 340381 h 1838547"/>
                  <a:gd name="connsiteX9" fmla="*/ 432065 w 3049294"/>
                  <a:gd name="connsiteY9" fmla="*/ 477541 h 1838547"/>
                  <a:gd name="connsiteX10" fmla="*/ 448952 w 3049294"/>
                  <a:gd name="connsiteY10" fmla="*/ 548878 h 1838547"/>
                  <a:gd name="connsiteX11" fmla="*/ 507193 w 3049294"/>
                  <a:gd name="connsiteY11" fmla="*/ 583340 h 1838547"/>
                  <a:gd name="connsiteX12" fmla="*/ 605411 w 3049294"/>
                  <a:gd name="connsiteY12" fmla="*/ 640203 h 1838547"/>
                  <a:gd name="connsiteX13" fmla="*/ 1007586 w 3049294"/>
                  <a:gd name="connsiteY13" fmla="*/ 834915 h 1838547"/>
                  <a:gd name="connsiteX14" fmla="*/ 1354622 w 3049294"/>
                  <a:gd name="connsiteY14" fmla="*/ 916591 h 1838547"/>
                  <a:gd name="connsiteX15" fmla="*/ 1700279 w 3049294"/>
                  <a:gd name="connsiteY15" fmla="*/ 954499 h 1838547"/>
                  <a:gd name="connsiteX16" fmla="*/ 1792982 w 3049294"/>
                  <a:gd name="connsiteY16" fmla="*/ 917969 h 1838547"/>
                  <a:gd name="connsiteX17" fmla="*/ 1934967 w 3049294"/>
                  <a:gd name="connsiteY17" fmla="*/ 733940 h 1838547"/>
                  <a:gd name="connsiteX18" fmla="*/ 2064545 w 3049294"/>
                  <a:gd name="connsiteY18" fmla="*/ 504421 h 1838547"/>
                  <a:gd name="connsiteX19" fmla="*/ 2282692 w 3049294"/>
                  <a:gd name="connsiteY19" fmla="*/ 47451 h 1838547"/>
                  <a:gd name="connsiteX20" fmla="*/ 2530476 w 3049294"/>
                  <a:gd name="connsiteY20" fmla="*/ 48829 h 1838547"/>
                  <a:gd name="connsiteX21" fmla="*/ 2751035 w 3049294"/>
                  <a:gd name="connsiteY21" fmla="*/ 191159 h 1838547"/>
                  <a:gd name="connsiteX22" fmla="*/ 2916798 w 3049294"/>
                  <a:gd name="connsiteY22" fmla="*/ 373120 h 1838547"/>
                  <a:gd name="connsiteX23" fmla="*/ 2989858 w 3049294"/>
                  <a:gd name="connsiteY23" fmla="*/ 472716 h 1838547"/>
                  <a:gd name="connsiteX24" fmla="*/ 3048444 w 3049294"/>
                  <a:gd name="connsiteY24" fmla="*/ 568866 h 1838547"/>
                  <a:gd name="connsiteX25" fmla="*/ 2970904 w 3049294"/>
                  <a:gd name="connsiteY25" fmla="*/ 678456 h 1838547"/>
                  <a:gd name="connsiteX26" fmla="*/ 2879579 w 3049294"/>
                  <a:gd name="connsiteY26" fmla="*/ 809068 h 1838547"/>
                  <a:gd name="connsiteX27" fmla="*/ 2670393 w 3049294"/>
                  <a:gd name="connsiteY27" fmla="*/ 1117506 h 1838547"/>
                  <a:gd name="connsiteX28" fmla="*/ 2459828 w 3049294"/>
                  <a:gd name="connsiteY28" fmla="*/ 1490044 h 1838547"/>
                  <a:gd name="connsiteX29" fmla="*/ 2455003 w 3049294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269059 w 3049294"/>
                  <a:gd name="connsiteY7" fmla="*/ 279727 h 1838547"/>
                  <a:gd name="connsiteX8" fmla="*/ 319374 w 3049294"/>
                  <a:gd name="connsiteY8" fmla="*/ 340381 h 1838547"/>
                  <a:gd name="connsiteX9" fmla="*/ 432065 w 3049294"/>
                  <a:gd name="connsiteY9" fmla="*/ 477541 h 1838547"/>
                  <a:gd name="connsiteX10" fmla="*/ 448952 w 3049294"/>
                  <a:gd name="connsiteY10" fmla="*/ 548878 h 1838547"/>
                  <a:gd name="connsiteX11" fmla="*/ 507193 w 3049294"/>
                  <a:gd name="connsiteY11" fmla="*/ 583340 h 1838547"/>
                  <a:gd name="connsiteX12" fmla="*/ 605411 w 3049294"/>
                  <a:gd name="connsiteY12" fmla="*/ 640203 h 1838547"/>
                  <a:gd name="connsiteX13" fmla="*/ 1007586 w 3049294"/>
                  <a:gd name="connsiteY13" fmla="*/ 834915 h 1838547"/>
                  <a:gd name="connsiteX14" fmla="*/ 1354622 w 3049294"/>
                  <a:gd name="connsiteY14" fmla="*/ 916591 h 1838547"/>
                  <a:gd name="connsiteX15" fmla="*/ 1700279 w 3049294"/>
                  <a:gd name="connsiteY15" fmla="*/ 954499 h 1838547"/>
                  <a:gd name="connsiteX16" fmla="*/ 1792982 w 3049294"/>
                  <a:gd name="connsiteY16" fmla="*/ 917969 h 1838547"/>
                  <a:gd name="connsiteX17" fmla="*/ 1934967 w 3049294"/>
                  <a:gd name="connsiteY17" fmla="*/ 733940 h 1838547"/>
                  <a:gd name="connsiteX18" fmla="*/ 2064545 w 3049294"/>
                  <a:gd name="connsiteY18" fmla="*/ 504421 h 1838547"/>
                  <a:gd name="connsiteX19" fmla="*/ 2282692 w 3049294"/>
                  <a:gd name="connsiteY19" fmla="*/ 47451 h 1838547"/>
                  <a:gd name="connsiteX20" fmla="*/ 2530476 w 3049294"/>
                  <a:gd name="connsiteY20" fmla="*/ 48829 h 1838547"/>
                  <a:gd name="connsiteX21" fmla="*/ 2751035 w 3049294"/>
                  <a:gd name="connsiteY21" fmla="*/ 191159 h 1838547"/>
                  <a:gd name="connsiteX22" fmla="*/ 2916798 w 3049294"/>
                  <a:gd name="connsiteY22" fmla="*/ 373120 h 1838547"/>
                  <a:gd name="connsiteX23" fmla="*/ 2989858 w 3049294"/>
                  <a:gd name="connsiteY23" fmla="*/ 472716 h 1838547"/>
                  <a:gd name="connsiteX24" fmla="*/ 3048444 w 3049294"/>
                  <a:gd name="connsiteY24" fmla="*/ 568866 h 1838547"/>
                  <a:gd name="connsiteX25" fmla="*/ 2970904 w 3049294"/>
                  <a:gd name="connsiteY25" fmla="*/ 678456 h 1838547"/>
                  <a:gd name="connsiteX26" fmla="*/ 2879579 w 3049294"/>
                  <a:gd name="connsiteY26" fmla="*/ 809068 h 1838547"/>
                  <a:gd name="connsiteX27" fmla="*/ 2670393 w 3049294"/>
                  <a:gd name="connsiteY27" fmla="*/ 1117506 h 1838547"/>
                  <a:gd name="connsiteX28" fmla="*/ 2459828 w 3049294"/>
                  <a:gd name="connsiteY28" fmla="*/ 1490044 h 1838547"/>
                  <a:gd name="connsiteX29" fmla="*/ 2455003 w 3049294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319374 w 3049294"/>
                  <a:gd name="connsiteY7" fmla="*/ 340381 h 1838547"/>
                  <a:gd name="connsiteX8" fmla="*/ 432065 w 3049294"/>
                  <a:gd name="connsiteY8" fmla="*/ 477541 h 1838547"/>
                  <a:gd name="connsiteX9" fmla="*/ 448952 w 3049294"/>
                  <a:gd name="connsiteY9" fmla="*/ 548878 h 1838547"/>
                  <a:gd name="connsiteX10" fmla="*/ 507193 w 3049294"/>
                  <a:gd name="connsiteY10" fmla="*/ 583340 h 1838547"/>
                  <a:gd name="connsiteX11" fmla="*/ 605411 w 3049294"/>
                  <a:gd name="connsiteY11" fmla="*/ 640203 h 1838547"/>
                  <a:gd name="connsiteX12" fmla="*/ 1007586 w 3049294"/>
                  <a:gd name="connsiteY12" fmla="*/ 834915 h 1838547"/>
                  <a:gd name="connsiteX13" fmla="*/ 1354622 w 3049294"/>
                  <a:gd name="connsiteY13" fmla="*/ 916591 h 1838547"/>
                  <a:gd name="connsiteX14" fmla="*/ 1700279 w 3049294"/>
                  <a:gd name="connsiteY14" fmla="*/ 954499 h 1838547"/>
                  <a:gd name="connsiteX15" fmla="*/ 1792982 w 3049294"/>
                  <a:gd name="connsiteY15" fmla="*/ 917969 h 1838547"/>
                  <a:gd name="connsiteX16" fmla="*/ 1934967 w 3049294"/>
                  <a:gd name="connsiteY16" fmla="*/ 733940 h 1838547"/>
                  <a:gd name="connsiteX17" fmla="*/ 2064545 w 3049294"/>
                  <a:gd name="connsiteY17" fmla="*/ 504421 h 1838547"/>
                  <a:gd name="connsiteX18" fmla="*/ 2282692 w 3049294"/>
                  <a:gd name="connsiteY18" fmla="*/ 47451 h 1838547"/>
                  <a:gd name="connsiteX19" fmla="*/ 2530476 w 3049294"/>
                  <a:gd name="connsiteY19" fmla="*/ 48829 h 1838547"/>
                  <a:gd name="connsiteX20" fmla="*/ 2751035 w 3049294"/>
                  <a:gd name="connsiteY20" fmla="*/ 191159 h 1838547"/>
                  <a:gd name="connsiteX21" fmla="*/ 2916798 w 3049294"/>
                  <a:gd name="connsiteY21" fmla="*/ 373120 h 1838547"/>
                  <a:gd name="connsiteX22" fmla="*/ 2989858 w 3049294"/>
                  <a:gd name="connsiteY22" fmla="*/ 472716 h 1838547"/>
                  <a:gd name="connsiteX23" fmla="*/ 3048444 w 3049294"/>
                  <a:gd name="connsiteY23" fmla="*/ 568866 h 1838547"/>
                  <a:gd name="connsiteX24" fmla="*/ 2970904 w 3049294"/>
                  <a:gd name="connsiteY24" fmla="*/ 678456 h 1838547"/>
                  <a:gd name="connsiteX25" fmla="*/ 2879579 w 3049294"/>
                  <a:gd name="connsiteY25" fmla="*/ 809068 h 1838547"/>
                  <a:gd name="connsiteX26" fmla="*/ 2670393 w 3049294"/>
                  <a:gd name="connsiteY26" fmla="*/ 1117506 h 1838547"/>
                  <a:gd name="connsiteX27" fmla="*/ 2459828 w 3049294"/>
                  <a:gd name="connsiteY27" fmla="*/ 1490044 h 1838547"/>
                  <a:gd name="connsiteX28" fmla="*/ 2455003 w 3049294"/>
                  <a:gd name="connsiteY28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960695"/>
                  <a:gd name="connsiteX1" fmla="*/ 2340933 w 3049294"/>
                  <a:gd name="connsiteY1" fmla="*/ 1713704 h 1960695"/>
                  <a:gd name="connsiteX2" fmla="*/ 2266839 w 3049294"/>
                  <a:gd name="connsiteY2" fmla="*/ 1819504 h 1960695"/>
                  <a:gd name="connsiteX3" fmla="*/ 10072 w 3049294"/>
                  <a:gd name="connsiteY3" fmla="*/ 1836735 h 1960695"/>
                  <a:gd name="connsiteX4" fmla="*/ 1091 w 3049294"/>
                  <a:gd name="connsiteY4" fmla="*/ 147270 h 1960695"/>
                  <a:gd name="connsiteX5" fmla="*/ 319374 w 3049294"/>
                  <a:gd name="connsiteY5" fmla="*/ 340381 h 1960695"/>
                  <a:gd name="connsiteX6" fmla="*/ 432065 w 3049294"/>
                  <a:gd name="connsiteY6" fmla="*/ 477541 h 1960695"/>
                  <a:gd name="connsiteX7" fmla="*/ 448952 w 3049294"/>
                  <a:gd name="connsiteY7" fmla="*/ 548878 h 1960695"/>
                  <a:gd name="connsiteX8" fmla="*/ 507193 w 3049294"/>
                  <a:gd name="connsiteY8" fmla="*/ 583340 h 1960695"/>
                  <a:gd name="connsiteX9" fmla="*/ 605411 w 3049294"/>
                  <a:gd name="connsiteY9" fmla="*/ 640203 h 1960695"/>
                  <a:gd name="connsiteX10" fmla="*/ 1007586 w 3049294"/>
                  <a:gd name="connsiteY10" fmla="*/ 834915 h 1960695"/>
                  <a:gd name="connsiteX11" fmla="*/ 1354622 w 3049294"/>
                  <a:gd name="connsiteY11" fmla="*/ 916591 h 1960695"/>
                  <a:gd name="connsiteX12" fmla="*/ 1700279 w 3049294"/>
                  <a:gd name="connsiteY12" fmla="*/ 954499 h 1960695"/>
                  <a:gd name="connsiteX13" fmla="*/ 1792982 w 3049294"/>
                  <a:gd name="connsiteY13" fmla="*/ 917969 h 1960695"/>
                  <a:gd name="connsiteX14" fmla="*/ 1934967 w 3049294"/>
                  <a:gd name="connsiteY14" fmla="*/ 733940 h 1960695"/>
                  <a:gd name="connsiteX15" fmla="*/ 2064545 w 3049294"/>
                  <a:gd name="connsiteY15" fmla="*/ 504421 h 1960695"/>
                  <a:gd name="connsiteX16" fmla="*/ 2282692 w 3049294"/>
                  <a:gd name="connsiteY16" fmla="*/ 47451 h 1960695"/>
                  <a:gd name="connsiteX17" fmla="*/ 2530476 w 3049294"/>
                  <a:gd name="connsiteY17" fmla="*/ 48829 h 1960695"/>
                  <a:gd name="connsiteX18" fmla="*/ 2751035 w 3049294"/>
                  <a:gd name="connsiteY18" fmla="*/ 191159 h 1960695"/>
                  <a:gd name="connsiteX19" fmla="*/ 2916798 w 3049294"/>
                  <a:gd name="connsiteY19" fmla="*/ 373120 h 1960695"/>
                  <a:gd name="connsiteX20" fmla="*/ 2989858 w 3049294"/>
                  <a:gd name="connsiteY20" fmla="*/ 472716 h 1960695"/>
                  <a:gd name="connsiteX21" fmla="*/ 3048444 w 3049294"/>
                  <a:gd name="connsiteY21" fmla="*/ 568866 h 1960695"/>
                  <a:gd name="connsiteX22" fmla="*/ 2970904 w 3049294"/>
                  <a:gd name="connsiteY22" fmla="*/ 678456 h 1960695"/>
                  <a:gd name="connsiteX23" fmla="*/ 2879579 w 3049294"/>
                  <a:gd name="connsiteY23" fmla="*/ 809068 h 1960695"/>
                  <a:gd name="connsiteX24" fmla="*/ 2670393 w 3049294"/>
                  <a:gd name="connsiteY24" fmla="*/ 1117506 h 1960695"/>
                  <a:gd name="connsiteX25" fmla="*/ 2459828 w 3049294"/>
                  <a:gd name="connsiteY25" fmla="*/ 1490044 h 1960695"/>
                  <a:gd name="connsiteX26" fmla="*/ 2455003 w 3049294"/>
                  <a:gd name="connsiteY26" fmla="*/ 1502795 h 1960695"/>
                  <a:gd name="connsiteX0" fmla="*/ 2455003 w 3049294"/>
                  <a:gd name="connsiteY0" fmla="*/ 1502795 h 1842121"/>
                  <a:gd name="connsiteX1" fmla="*/ 2340933 w 3049294"/>
                  <a:gd name="connsiteY1" fmla="*/ 1713704 h 1842121"/>
                  <a:gd name="connsiteX2" fmla="*/ 2266839 w 3049294"/>
                  <a:gd name="connsiteY2" fmla="*/ 1819504 h 1842121"/>
                  <a:gd name="connsiteX3" fmla="*/ 10072 w 3049294"/>
                  <a:gd name="connsiteY3" fmla="*/ 1836735 h 1842121"/>
                  <a:gd name="connsiteX4" fmla="*/ 1091 w 3049294"/>
                  <a:gd name="connsiteY4" fmla="*/ 147270 h 1842121"/>
                  <a:gd name="connsiteX5" fmla="*/ 319374 w 3049294"/>
                  <a:gd name="connsiteY5" fmla="*/ 340381 h 1842121"/>
                  <a:gd name="connsiteX6" fmla="*/ 432065 w 3049294"/>
                  <a:gd name="connsiteY6" fmla="*/ 477541 h 1842121"/>
                  <a:gd name="connsiteX7" fmla="*/ 448952 w 3049294"/>
                  <a:gd name="connsiteY7" fmla="*/ 548878 h 1842121"/>
                  <a:gd name="connsiteX8" fmla="*/ 507193 w 3049294"/>
                  <a:gd name="connsiteY8" fmla="*/ 583340 h 1842121"/>
                  <a:gd name="connsiteX9" fmla="*/ 605411 w 3049294"/>
                  <a:gd name="connsiteY9" fmla="*/ 640203 h 1842121"/>
                  <a:gd name="connsiteX10" fmla="*/ 1007586 w 3049294"/>
                  <a:gd name="connsiteY10" fmla="*/ 834915 h 1842121"/>
                  <a:gd name="connsiteX11" fmla="*/ 1354622 w 3049294"/>
                  <a:gd name="connsiteY11" fmla="*/ 916591 h 1842121"/>
                  <a:gd name="connsiteX12" fmla="*/ 1700279 w 3049294"/>
                  <a:gd name="connsiteY12" fmla="*/ 954499 h 1842121"/>
                  <a:gd name="connsiteX13" fmla="*/ 1792982 w 3049294"/>
                  <a:gd name="connsiteY13" fmla="*/ 917969 h 1842121"/>
                  <a:gd name="connsiteX14" fmla="*/ 1934967 w 3049294"/>
                  <a:gd name="connsiteY14" fmla="*/ 733940 h 1842121"/>
                  <a:gd name="connsiteX15" fmla="*/ 2064545 w 3049294"/>
                  <a:gd name="connsiteY15" fmla="*/ 504421 h 1842121"/>
                  <a:gd name="connsiteX16" fmla="*/ 2282692 w 3049294"/>
                  <a:gd name="connsiteY16" fmla="*/ 47451 h 1842121"/>
                  <a:gd name="connsiteX17" fmla="*/ 2530476 w 3049294"/>
                  <a:gd name="connsiteY17" fmla="*/ 48829 h 1842121"/>
                  <a:gd name="connsiteX18" fmla="*/ 2751035 w 3049294"/>
                  <a:gd name="connsiteY18" fmla="*/ 191159 h 1842121"/>
                  <a:gd name="connsiteX19" fmla="*/ 2916798 w 3049294"/>
                  <a:gd name="connsiteY19" fmla="*/ 373120 h 1842121"/>
                  <a:gd name="connsiteX20" fmla="*/ 2989858 w 3049294"/>
                  <a:gd name="connsiteY20" fmla="*/ 472716 h 1842121"/>
                  <a:gd name="connsiteX21" fmla="*/ 3048444 w 3049294"/>
                  <a:gd name="connsiteY21" fmla="*/ 568866 h 1842121"/>
                  <a:gd name="connsiteX22" fmla="*/ 2970904 w 3049294"/>
                  <a:gd name="connsiteY22" fmla="*/ 678456 h 1842121"/>
                  <a:gd name="connsiteX23" fmla="*/ 2879579 w 3049294"/>
                  <a:gd name="connsiteY23" fmla="*/ 809068 h 1842121"/>
                  <a:gd name="connsiteX24" fmla="*/ 2670393 w 3049294"/>
                  <a:gd name="connsiteY24" fmla="*/ 1117506 h 1842121"/>
                  <a:gd name="connsiteX25" fmla="*/ 2459828 w 3049294"/>
                  <a:gd name="connsiteY25" fmla="*/ 1490044 h 1842121"/>
                  <a:gd name="connsiteX26" fmla="*/ 2455003 w 3049294"/>
                  <a:gd name="connsiteY26" fmla="*/ 1502795 h 1842121"/>
                  <a:gd name="connsiteX0" fmla="*/ 2455003 w 3049294"/>
                  <a:gd name="connsiteY0" fmla="*/ 1502795 h 1847492"/>
                  <a:gd name="connsiteX1" fmla="*/ 2340933 w 3049294"/>
                  <a:gd name="connsiteY1" fmla="*/ 1713704 h 1847492"/>
                  <a:gd name="connsiteX2" fmla="*/ 2216354 w 3049294"/>
                  <a:gd name="connsiteY2" fmla="*/ 1833928 h 1847492"/>
                  <a:gd name="connsiteX3" fmla="*/ 10072 w 3049294"/>
                  <a:gd name="connsiteY3" fmla="*/ 1836735 h 1847492"/>
                  <a:gd name="connsiteX4" fmla="*/ 1091 w 3049294"/>
                  <a:gd name="connsiteY4" fmla="*/ 147270 h 1847492"/>
                  <a:gd name="connsiteX5" fmla="*/ 319374 w 3049294"/>
                  <a:gd name="connsiteY5" fmla="*/ 340381 h 1847492"/>
                  <a:gd name="connsiteX6" fmla="*/ 432065 w 3049294"/>
                  <a:gd name="connsiteY6" fmla="*/ 477541 h 1847492"/>
                  <a:gd name="connsiteX7" fmla="*/ 448952 w 3049294"/>
                  <a:gd name="connsiteY7" fmla="*/ 548878 h 1847492"/>
                  <a:gd name="connsiteX8" fmla="*/ 507193 w 3049294"/>
                  <a:gd name="connsiteY8" fmla="*/ 583340 h 1847492"/>
                  <a:gd name="connsiteX9" fmla="*/ 605411 w 3049294"/>
                  <a:gd name="connsiteY9" fmla="*/ 640203 h 1847492"/>
                  <a:gd name="connsiteX10" fmla="*/ 1007586 w 3049294"/>
                  <a:gd name="connsiteY10" fmla="*/ 834915 h 1847492"/>
                  <a:gd name="connsiteX11" fmla="*/ 1354622 w 3049294"/>
                  <a:gd name="connsiteY11" fmla="*/ 916591 h 1847492"/>
                  <a:gd name="connsiteX12" fmla="*/ 1700279 w 3049294"/>
                  <a:gd name="connsiteY12" fmla="*/ 954499 h 1847492"/>
                  <a:gd name="connsiteX13" fmla="*/ 1792982 w 3049294"/>
                  <a:gd name="connsiteY13" fmla="*/ 917969 h 1847492"/>
                  <a:gd name="connsiteX14" fmla="*/ 1934967 w 3049294"/>
                  <a:gd name="connsiteY14" fmla="*/ 733940 h 1847492"/>
                  <a:gd name="connsiteX15" fmla="*/ 2064545 w 3049294"/>
                  <a:gd name="connsiteY15" fmla="*/ 504421 h 1847492"/>
                  <a:gd name="connsiteX16" fmla="*/ 2282692 w 3049294"/>
                  <a:gd name="connsiteY16" fmla="*/ 47451 h 1847492"/>
                  <a:gd name="connsiteX17" fmla="*/ 2530476 w 3049294"/>
                  <a:gd name="connsiteY17" fmla="*/ 48829 h 1847492"/>
                  <a:gd name="connsiteX18" fmla="*/ 2751035 w 3049294"/>
                  <a:gd name="connsiteY18" fmla="*/ 191159 h 1847492"/>
                  <a:gd name="connsiteX19" fmla="*/ 2916798 w 3049294"/>
                  <a:gd name="connsiteY19" fmla="*/ 373120 h 1847492"/>
                  <a:gd name="connsiteX20" fmla="*/ 2989858 w 3049294"/>
                  <a:gd name="connsiteY20" fmla="*/ 472716 h 1847492"/>
                  <a:gd name="connsiteX21" fmla="*/ 3048444 w 3049294"/>
                  <a:gd name="connsiteY21" fmla="*/ 568866 h 1847492"/>
                  <a:gd name="connsiteX22" fmla="*/ 2970904 w 3049294"/>
                  <a:gd name="connsiteY22" fmla="*/ 678456 h 1847492"/>
                  <a:gd name="connsiteX23" fmla="*/ 2879579 w 3049294"/>
                  <a:gd name="connsiteY23" fmla="*/ 809068 h 1847492"/>
                  <a:gd name="connsiteX24" fmla="*/ 2670393 w 3049294"/>
                  <a:gd name="connsiteY24" fmla="*/ 1117506 h 1847492"/>
                  <a:gd name="connsiteX25" fmla="*/ 2459828 w 3049294"/>
                  <a:gd name="connsiteY25" fmla="*/ 1490044 h 1847492"/>
                  <a:gd name="connsiteX26" fmla="*/ 2455003 w 3049294"/>
                  <a:gd name="connsiteY26" fmla="*/ 1502795 h 1847492"/>
                  <a:gd name="connsiteX0" fmla="*/ 2455003 w 3049294"/>
                  <a:gd name="connsiteY0" fmla="*/ 1502795 h 1847492"/>
                  <a:gd name="connsiteX1" fmla="*/ 2340933 w 3049294"/>
                  <a:gd name="connsiteY1" fmla="*/ 1713704 h 1847492"/>
                  <a:gd name="connsiteX2" fmla="*/ 2216354 w 3049294"/>
                  <a:gd name="connsiteY2" fmla="*/ 1833928 h 1847492"/>
                  <a:gd name="connsiteX3" fmla="*/ 10072 w 3049294"/>
                  <a:gd name="connsiteY3" fmla="*/ 1836735 h 1847492"/>
                  <a:gd name="connsiteX4" fmla="*/ 1091 w 3049294"/>
                  <a:gd name="connsiteY4" fmla="*/ 147270 h 1847492"/>
                  <a:gd name="connsiteX5" fmla="*/ 319374 w 3049294"/>
                  <a:gd name="connsiteY5" fmla="*/ 340381 h 1847492"/>
                  <a:gd name="connsiteX6" fmla="*/ 432065 w 3049294"/>
                  <a:gd name="connsiteY6" fmla="*/ 477541 h 1847492"/>
                  <a:gd name="connsiteX7" fmla="*/ 448952 w 3049294"/>
                  <a:gd name="connsiteY7" fmla="*/ 548878 h 1847492"/>
                  <a:gd name="connsiteX8" fmla="*/ 507193 w 3049294"/>
                  <a:gd name="connsiteY8" fmla="*/ 583340 h 1847492"/>
                  <a:gd name="connsiteX9" fmla="*/ 605411 w 3049294"/>
                  <a:gd name="connsiteY9" fmla="*/ 640203 h 1847492"/>
                  <a:gd name="connsiteX10" fmla="*/ 1007586 w 3049294"/>
                  <a:gd name="connsiteY10" fmla="*/ 834915 h 1847492"/>
                  <a:gd name="connsiteX11" fmla="*/ 1354622 w 3049294"/>
                  <a:gd name="connsiteY11" fmla="*/ 916591 h 1847492"/>
                  <a:gd name="connsiteX12" fmla="*/ 1700279 w 3049294"/>
                  <a:gd name="connsiteY12" fmla="*/ 954499 h 1847492"/>
                  <a:gd name="connsiteX13" fmla="*/ 1792982 w 3049294"/>
                  <a:gd name="connsiteY13" fmla="*/ 917969 h 1847492"/>
                  <a:gd name="connsiteX14" fmla="*/ 1934967 w 3049294"/>
                  <a:gd name="connsiteY14" fmla="*/ 733940 h 1847492"/>
                  <a:gd name="connsiteX15" fmla="*/ 2064545 w 3049294"/>
                  <a:gd name="connsiteY15" fmla="*/ 504421 h 1847492"/>
                  <a:gd name="connsiteX16" fmla="*/ 2282692 w 3049294"/>
                  <a:gd name="connsiteY16" fmla="*/ 47451 h 1847492"/>
                  <a:gd name="connsiteX17" fmla="*/ 2530476 w 3049294"/>
                  <a:gd name="connsiteY17" fmla="*/ 48829 h 1847492"/>
                  <a:gd name="connsiteX18" fmla="*/ 2751035 w 3049294"/>
                  <a:gd name="connsiteY18" fmla="*/ 191159 h 1847492"/>
                  <a:gd name="connsiteX19" fmla="*/ 2916798 w 3049294"/>
                  <a:gd name="connsiteY19" fmla="*/ 373120 h 1847492"/>
                  <a:gd name="connsiteX20" fmla="*/ 2989858 w 3049294"/>
                  <a:gd name="connsiteY20" fmla="*/ 472716 h 1847492"/>
                  <a:gd name="connsiteX21" fmla="*/ 3048444 w 3049294"/>
                  <a:gd name="connsiteY21" fmla="*/ 568866 h 1847492"/>
                  <a:gd name="connsiteX22" fmla="*/ 2970904 w 3049294"/>
                  <a:gd name="connsiteY22" fmla="*/ 678456 h 1847492"/>
                  <a:gd name="connsiteX23" fmla="*/ 2879579 w 3049294"/>
                  <a:gd name="connsiteY23" fmla="*/ 809068 h 1847492"/>
                  <a:gd name="connsiteX24" fmla="*/ 2670393 w 3049294"/>
                  <a:gd name="connsiteY24" fmla="*/ 1117506 h 1847492"/>
                  <a:gd name="connsiteX25" fmla="*/ 2459828 w 3049294"/>
                  <a:gd name="connsiteY25" fmla="*/ 1490044 h 1847492"/>
                  <a:gd name="connsiteX26" fmla="*/ 2455003 w 3049294"/>
                  <a:gd name="connsiteY26" fmla="*/ 1502795 h 1847492"/>
                  <a:gd name="connsiteX0" fmla="*/ 2455003 w 3049294"/>
                  <a:gd name="connsiteY0" fmla="*/ 1502795 h 1847492"/>
                  <a:gd name="connsiteX1" fmla="*/ 2216354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25" fmla="*/ 2455003 w 3049294"/>
                  <a:gd name="connsiteY25" fmla="*/ 1502795 h 1847492"/>
                  <a:gd name="connsiteX0" fmla="*/ 2459828 w 3049294"/>
                  <a:gd name="connsiteY0" fmla="*/ 1490044 h 1847492"/>
                  <a:gd name="connsiteX1" fmla="*/ 2216354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0" fmla="*/ 2459828 w 3049294"/>
                  <a:gd name="connsiteY0" fmla="*/ 1490044 h 1847492"/>
                  <a:gd name="connsiteX1" fmla="*/ 2209141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0" fmla="*/ 2459828 w 3049294"/>
                  <a:gd name="connsiteY0" fmla="*/ 1490044 h 1847492"/>
                  <a:gd name="connsiteX1" fmla="*/ 2209141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9294" h="1847492">
                    <a:moveTo>
                      <a:pt x="2459828" y="1490044"/>
                    </a:moveTo>
                    <a:cubicBezTo>
                      <a:pt x="2384155" y="1609448"/>
                      <a:pt x="2285671" y="1754510"/>
                      <a:pt x="2209141" y="1833928"/>
                    </a:cubicBezTo>
                    <a:cubicBezTo>
                      <a:pt x="1820664" y="1854433"/>
                      <a:pt x="863704" y="1848588"/>
                      <a:pt x="10072" y="1836735"/>
                    </a:cubicBezTo>
                    <a:cubicBezTo>
                      <a:pt x="5433" y="1190939"/>
                      <a:pt x="-3009" y="773439"/>
                      <a:pt x="1091" y="147270"/>
                    </a:cubicBezTo>
                    <a:cubicBezTo>
                      <a:pt x="175248" y="186368"/>
                      <a:pt x="247545" y="285336"/>
                      <a:pt x="319374" y="340381"/>
                    </a:cubicBezTo>
                    <a:cubicBezTo>
                      <a:pt x="360384" y="381391"/>
                      <a:pt x="396225" y="431706"/>
                      <a:pt x="432065" y="477541"/>
                    </a:cubicBezTo>
                    <a:cubicBezTo>
                      <a:pt x="448607" y="498563"/>
                      <a:pt x="434822" y="528890"/>
                      <a:pt x="448952" y="548878"/>
                    </a:cubicBezTo>
                    <a:cubicBezTo>
                      <a:pt x="461014" y="565420"/>
                      <a:pt x="489962" y="573346"/>
                      <a:pt x="507193" y="583340"/>
                    </a:cubicBezTo>
                    <a:lnTo>
                      <a:pt x="605411" y="640203"/>
                    </a:lnTo>
                    <a:cubicBezTo>
                      <a:pt x="736368" y="716365"/>
                      <a:pt x="864223" y="784600"/>
                      <a:pt x="1007586" y="834915"/>
                    </a:cubicBezTo>
                    <a:cubicBezTo>
                      <a:pt x="1119933" y="874202"/>
                      <a:pt x="1236761" y="899015"/>
                      <a:pt x="1354622" y="916591"/>
                    </a:cubicBezTo>
                    <a:cubicBezTo>
                      <a:pt x="1468347" y="933477"/>
                      <a:pt x="1588621" y="930376"/>
                      <a:pt x="1700279" y="954499"/>
                    </a:cubicBezTo>
                    <a:cubicBezTo>
                      <a:pt x="1739221" y="962770"/>
                      <a:pt x="1765757" y="937957"/>
                      <a:pt x="1792982" y="917969"/>
                    </a:cubicBezTo>
                    <a:cubicBezTo>
                      <a:pt x="1858805" y="869722"/>
                      <a:pt x="1893957" y="802865"/>
                      <a:pt x="1934967" y="733940"/>
                    </a:cubicBezTo>
                    <a:cubicBezTo>
                      <a:pt x="1980113" y="658468"/>
                      <a:pt x="2023190" y="581961"/>
                      <a:pt x="2064545" y="504421"/>
                    </a:cubicBezTo>
                    <a:cubicBezTo>
                      <a:pt x="2144498" y="355199"/>
                      <a:pt x="2207909" y="199085"/>
                      <a:pt x="2282692" y="47451"/>
                    </a:cubicBezTo>
                    <a:cubicBezTo>
                      <a:pt x="2327493" y="-43874"/>
                      <a:pt x="2460517" y="19536"/>
                      <a:pt x="2530476" y="48829"/>
                    </a:cubicBezTo>
                    <a:cubicBezTo>
                      <a:pt x="2611807" y="82602"/>
                      <a:pt x="2685901" y="132573"/>
                      <a:pt x="2751035" y="191159"/>
                    </a:cubicBezTo>
                    <a:cubicBezTo>
                      <a:pt x="2812378" y="245954"/>
                      <a:pt x="2866483" y="308331"/>
                      <a:pt x="2916798" y="373120"/>
                    </a:cubicBezTo>
                    <a:cubicBezTo>
                      <a:pt x="2941956" y="405859"/>
                      <a:pt x="2966080" y="439288"/>
                      <a:pt x="2989858" y="472716"/>
                    </a:cubicBezTo>
                    <a:cubicBezTo>
                      <a:pt x="3002265" y="489947"/>
                      <a:pt x="3056715" y="547499"/>
                      <a:pt x="3048444" y="568866"/>
                    </a:cubicBezTo>
                    <a:cubicBezTo>
                      <a:pt x="3032592" y="610565"/>
                      <a:pt x="2996062" y="642271"/>
                      <a:pt x="2970904" y="678456"/>
                    </a:cubicBezTo>
                    <a:lnTo>
                      <a:pt x="2879579" y="809068"/>
                    </a:lnTo>
                    <a:cubicBezTo>
                      <a:pt x="2810654" y="912455"/>
                      <a:pt x="2736560" y="1012396"/>
                      <a:pt x="2670393" y="1117506"/>
                    </a:cubicBezTo>
                    <a:cubicBezTo>
                      <a:pt x="2594920" y="1237779"/>
                      <a:pt x="2516691" y="1360121"/>
                      <a:pt x="2459828" y="14900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" name="Freeform: Shape 11">
                <a:extLst>
                  <a:ext uri="{FF2B5EF4-FFF2-40B4-BE49-F238E27FC236}">
                    <a16:creationId xmlns:a16="http://schemas.microsoft.com/office/drawing/2014/main" id="{02551370-4B82-54BA-C0CB-BD42A89B7013}"/>
                  </a:ext>
                </a:extLst>
              </p:cNvPr>
              <p:cNvSpPr/>
              <p:nvPr/>
            </p:nvSpPr>
            <p:spPr>
              <a:xfrm>
                <a:off x="7145627" y="3337195"/>
                <a:ext cx="930482" cy="1464649"/>
              </a:xfrm>
              <a:custGeom>
                <a:avLst/>
                <a:gdLst>
                  <a:gd name="connsiteX0" fmla="*/ 897402 w 930482"/>
                  <a:gd name="connsiteY0" fmla="*/ 873838 h 1464648"/>
                  <a:gd name="connsiteX1" fmla="*/ 793671 w 930482"/>
                  <a:gd name="connsiteY1" fmla="*/ 1069240 h 1464648"/>
                  <a:gd name="connsiteX2" fmla="*/ 603439 w 930482"/>
                  <a:gd name="connsiteY2" fmla="*/ 1334255 h 1464648"/>
                  <a:gd name="connsiteX3" fmla="*/ 568632 w 930482"/>
                  <a:gd name="connsiteY3" fmla="*/ 1464867 h 1464648"/>
                  <a:gd name="connsiteX4" fmla="*/ 547954 w 930482"/>
                  <a:gd name="connsiteY4" fmla="*/ 1460043 h 1464648"/>
                  <a:gd name="connsiteX5" fmla="*/ 387015 w 930482"/>
                  <a:gd name="connsiteY5" fmla="*/ 1371130 h 1464648"/>
                  <a:gd name="connsiteX6" fmla="*/ 238827 w 930482"/>
                  <a:gd name="connsiteY6" fmla="*/ 1317369 h 1464648"/>
                  <a:gd name="connsiteX7" fmla="*/ 126136 w 930482"/>
                  <a:gd name="connsiteY7" fmla="*/ 1308753 h 1464648"/>
                  <a:gd name="connsiteX8" fmla="*/ 54109 w 930482"/>
                  <a:gd name="connsiteY8" fmla="*/ 1173661 h 1464648"/>
                  <a:gd name="connsiteX9" fmla="*/ 4 w 930482"/>
                  <a:gd name="connsiteY9" fmla="*/ 913815 h 1464648"/>
                  <a:gd name="connsiteX10" fmla="*/ 23438 w 930482"/>
                  <a:gd name="connsiteY10" fmla="*/ 783892 h 1464648"/>
                  <a:gd name="connsiteX11" fmla="*/ 51697 w 930482"/>
                  <a:gd name="connsiteY11" fmla="*/ 406185 h 1464648"/>
                  <a:gd name="connsiteX12" fmla="*/ 54454 w 930482"/>
                  <a:gd name="connsiteY12" fmla="*/ 396191 h 1464648"/>
                  <a:gd name="connsiteX13" fmla="*/ 99255 w 930482"/>
                  <a:gd name="connsiteY13" fmla="*/ 389987 h 1464648"/>
                  <a:gd name="connsiteX14" fmla="*/ 160943 w 930482"/>
                  <a:gd name="connsiteY14" fmla="*/ 415145 h 1464648"/>
                  <a:gd name="connsiteX15" fmla="*/ 191269 w 930482"/>
                  <a:gd name="connsiteY15" fmla="*/ 492685 h 1464648"/>
                  <a:gd name="connsiteX16" fmla="*/ 206433 w 930482"/>
                  <a:gd name="connsiteY16" fmla="*/ 640873 h 1464648"/>
                  <a:gd name="connsiteX17" fmla="*/ 207122 w 930482"/>
                  <a:gd name="connsiteY17" fmla="*/ 710832 h 1464648"/>
                  <a:gd name="connsiteX18" fmla="*/ 207811 w 930482"/>
                  <a:gd name="connsiteY18" fmla="*/ 774242 h 1464648"/>
                  <a:gd name="connsiteX19" fmla="*/ 246065 w 930482"/>
                  <a:gd name="connsiteY19" fmla="*/ 673612 h 1464648"/>
                  <a:gd name="connsiteX20" fmla="*/ 361513 w 930482"/>
                  <a:gd name="connsiteY20" fmla="*/ 376547 h 1464648"/>
                  <a:gd name="connsiteX21" fmla="*/ 472482 w 930482"/>
                  <a:gd name="connsiteY21" fmla="*/ 93611 h 1464648"/>
                  <a:gd name="connsiteX22" fmla="*/ 522452 w 930482"/>
                  <a:gd name="connsiteY22" fmla="*/ 20207 h 1464648"/>
                  <a:gd name="connsiteX23" fmla="*/ 573457 w 930482"/>
                  <a:gd name="connsiteY23" fmla="*/ 1252 h 1464648"/>
                  <a:gd name="connsiteX24" fmla="*/ 606540 w 930482"/>
                  <a:gd name="connsiteY24" fmla="*/ 119458 h 1464648"/>
                  <a:gd name="connsiteX25" fmla="*/ 578970 w 930482"/>
                  <a:gd name="connsiteY25" fmla="*/ 237319 h 1464648"/>
                  <a:gd name="connsiteX26" fmla="*/ 528656 w 930482"/>
                  <a:gd name="connsiteY26" fmla="*/ 414800 h 1464648"/>
                  <a:gd name="connsiteX27" fmla="*/ 506600 w 930482"/>
                  <a:gd name="connsiteY27" fmla="*/ 586423 h 1464648"/>
                  <a:gd name="connsiteX28" fmla="*/ 518317 w 930482"/>
                  <a:gd name="connsiteY28" fmla="*/ 602275 h 1464648"/>
                  <a:gd name="connsiteX29" fmla="*/ 532102 w 930482"/>
                  <a:gd name="connsiteY29" fmla="*/ 589869 h 1464648"/>
                  <a:gd name="connsiteX30" fmla="*/ 626528 w 930482"/>
                  <a:gd name="connsiteY30" fmla="*/ 480279 h 1464648"/>
                  <a:gd name="connsiteX31" fmla="*/ 718888 w 930482"/>
                  <a:gd name="connsiteY31" fmla="*/ 415145 h 1464648"/>
                  <a:gd name="connsiteX32" fmla="*/ 778852 w 930482"/>
                  <a:gd name="connsiteY32" fmla="*/ 453398 h 1464648"/>
                  <a:gd name="connsiteX33" fmla="*/ 781954 w 930482"/>
                  <a:gd name="connsiteY33" fmla="*/ 508193 h 1464648"/>
                  <a:gd name="connsiteX34" fmla="*/ 761276 w 930482"/>
                  <a:gd name="connsiteY34" fmla="*/ 559887 h 1464648"/>
                  <a:gd name="connsiteX35" fmla="*/ 839850 w 930482"/>
                  <a:gd name="connsiteY35" fmla="*/ 538520 h 1464648"/>
                  <a:gd name="connsiteX36" fmla="*/ 887753 w 930482"/>
                  <a:gd name="connsiteY36" fmla="*/ 610202 h 1464648"/>
                  <a:gd name="connsiteX37" fmla="*/ 870866 w 930482"/>
                  <a:gd name="connsiteY37" fmla="*/ 697736 h 1464648"/>
                  <a:gd name="connsiteX38" fmla="*/ 931520 w 930482"/>
                  <a:gd name="connsiteY38" fmla="*/ 770451 h 1464648"/>
                  <a:gd name="connsiteX39" fmla="*/ 897402 w 930482"/>
                  <a:gd name="connsiteY39" fmla="*/ 873838 h 1464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930482" h="1464648">
                    <a:moveTo>
                      <a:pt x="897402" y="873838"/>
                    </a:moveTo>
                    <a:cubicBezTo>
                      <a:pt x="862595" y="938283"/>
                      <a:pt x="832613" y="1006518"/>
                      <a:pt x="793671" y="1069240"/>
                    </a:cubicBezTo>
                    <a:cubicBezTo>
                      <a:pt x="736119" y="1162633"/>
                      <a:pt x="668572" y="1247065"/>
                      <a:pt x="603439" y="1334255"/>
                    </a:cubicBezTo>
                    <a:cubicBezTo>
                      <a:pt x="584140" y="1360102"/>
                      <a:pt x="595168" y="1453150"/>
                      <a:pt x="568632" y="1464867"/>
                    </a:cubicBezTo>
                    <a:cubicBezTo>
                      <a:pt x="560361" y="1468314"/>
                      <a:pt x="554502" y="1463833"/>
                      <a:pt x="547954" y="1460043"/>
                    </a:cubicBezTo>
                    <a:cubicBezTo>
                      <a:pt x="494538" y="1429716"/>
                      <a:pt x="442155" y="1398355"/>
                      <a:pt x="387015" y="1371130"/>
                    </a:cubicBezTo>
                    <a:cubicBezTo>
                      <a:pt x="339802" y="1347695"/>
                      <a:pt x="291210" y="1326329"/>
                      <a:pt x="238827" y="1317369"/>
                    </a:cubicBezTo>
                    <a:cubicBezTo>
                      <a:pt x="201608" y="1311165"/>
                      <a:pt x="164044" y="1304962"/>
                      <a:pt x="126136" y="1308753"/>
                    </a:cubicBezTo>
                    <a:cubicBezTo>
                      <a:pt x="92707" y="1312199"/>
                      <a:pt x="63759" y="1200197"/>
                      <a:pt x="54109" y="1173661"/>
                    </a:cubicBezTo>
                    <a:cubicBezTo>
                      <a:pt x="24472" y="1090262"/>
                      <a:pt x="-341" y="1003072"/>
                      <a:pt x="4" y="913815"/>
                    </a:cubicBezTo>
                    <a:cubicBezTo>
                      <a:pt x="4" y="869358"/>
                      <a:pt x="15167" y="827314"/>
                      <a:pt x="23438" y="783892"/>
                    </a:cubicBezTo>
                    <a:cubicBezTo>
                      <a:pt x="47217" y="659827"/>
                      <a:pt x="47561" y="532317"/>
                      <a:pt x="51697" y="406185"/>
                    </a:cubicBezTo>
                    <a:cubicBezTo>
                      <a:pt x="51697" y="402739"/>
                      <a:pt x="53076" y="399292"/>
                      <a:pt x="54454" y="396191"/>
                    </a:cubicBezTo>
                    <a:cubicBezTo>
                      <a:pt x="58934" y="386886"/>
                      <a:pt x="90295" y="389987"/>
                      <a:pt x="99255" y="389987"/>
                    </a:cubicBezTo>
                    <a:cubicBezTo>
                      <a:pt x="123723" y="390332"/>
                      <a:pt x="144401" y="395157"/>
                      <a:pt x="160943" y="415145"/>
                    </a:cubicBezTo>
                    <a:cubicBezTo>
                      <a:pt x="179208" y="436512"/>
                      <a:pt x="186100" y="465115"/>
                      <a:pt x="191269" y="492685"/>
                    </a:cubicBezTo>
                    <a:cubicBezTo>
                      <a:pt x="200574" y="541622"/>
                      <a:pt x="205744" y="591247"/>
                      <a:pt x="206433" y="640873"/>
                    </a:cubicBezTo>
                    <a:cubicBezTo>
                      <a:pt x="206777" y="664308"/>
                      <a:pt x="205744" y="687742"/>
                      <a:pt x="207122" y="710832"/>
                    </a:cubicBezTo>
                    <a:cubicBezTo>
                      <a:pt x="207811" y="729441"/>
                      <a:pt x="214015" y="756322"/>
                      <a:pt x="207811" y="774242"/>
                    </a:cubicBezTo>
                    <a:cubicBezTo>
                      <a:pt x="218495" y="744260"/>
                      <a:pt x="232280" y="708764"/>
                      <a:pt x="246065" y="673612"/>
                    </a:cubicBezTo>
                    <a:cubicBezTo>
                      <a:pt x="284662" y="574705"/>
                      <a:pt x="322915" y="475454"/>
                      <a:pt x="361513" y="376547"/>
                    </a:cubicBezTo>
                    <a:cubicBezTo>
                      <a:pt x="398388" y="282465"/>
                      <a:pt x="429404" y="184937"/>
                      <a:pt x="472482" y="93611"/>
                    </a:cubicBezTo>
                    <a:cubicBezTo>
                      <a:pt x="485233" y="66731"/>
                      <a:pt x="499707" y="40539"/>
                      <a:pt x="522452" y="20207"/>
                    </a:cubicBezTo>
                    <a:cubicBezTo>
                      <a:pt x="536237" y="7800"/>
                      <a:pt x="553813" y="-3917"/>
                      <a:pt x="573457" y="1252"/>
                    </a:cubicBezTo>
                    <a:cubicBezTo>
                      <a:pt x="620325" y="13659"/>
                      <a:pt x="611710" y="84307"/>
                      <a:pt x="606540" y="119458"/>
                    </a:cubicBezTo>
                    <a:cubicBezTo>
                      <a:pt x="600682" y="159434"/>
                      <a:pt x="591377" y="198722"/>
                      <a:pt x="578970" y="237319"/>
                    </a:cubicBezTo>
                    <a:cubicBezTo>
                      <a:pt x="560705" y="294182"/>
                      <a:pt x="543819" y="355525"/>
                      <a:pt x="528656" y="414800"/>
                    </a:cubicBezTo>
                    <a:cubicBezTo>
                      <a:pt x="516249" y="463048"/>
                      <a:pt x="484199" y="536797"/>
                      <a:pt x="506600" y="586423"/>
                    </a:cubicBezTo>
                    <a:cubicBezTo>
                      <a:pt x="509357" y="592626"/>
                      <a:pt x="511080" y="601241"/>
                      <a:pt x="518317" y="602275"/>
                    </a:cubicBezTo>
                    <a:cubicBezTo>
                      <a:pt x="524865" y="603309"/>
                      <a:pt x="527966" y="595038"/>
                      <a:pt x="532102" y="589869"/>
                    </a:cubicBezTo>
                    <a:cubicBezTo>
                      <a:pt x="561739" y="551960"/>
                      <a:pt x="592411" y="514741"/>
                      <a:pt x="626528" y="480279"/>
                    </a:cubicBezTo>
                    <a:cubicBezTo>
                      <a:pt x="650652" y="456155"/>
                      <a:pt x="682702" y="415834"/>
                      <a:pt x="718888" y="415145"/>
                    </a:cubicBezTo>
                    <a:cubicBezTo>
                      <a:pt x="744045" y="414800"/>
                      <a:pt x="768513" y="430308"/>
                      <a:pt x="778852" y="453398"/>
                    </a:cubicBezTo>
                    <a:cubicBezTo>
                      <a:pt x="786434" y="470285"/>
                      <a:pt x="786089" y="489928"/>
                      <a:pt x="781954" y="508193"/>
                    </a:cubicBezTo>
                    <a:cubicBezTo>
                      <a:pt x="777818" y="526114"/>
                      <a:pt x="769547" y="543000"/>
                      <a:pt x="761276" y="559887"/>
                    </a:cubicBezTo>
                    <a:cubicBezTo>
                      <a:pt x="774027" y="533351"/>
                      <a:pt x="816071" y="527492"/>
                      <a:pt x="839850" y="538520"/>
                    </a:cubicBezTo>
                    <a:cubicBezTo>
                      <a:pt x="867076" y="550927"/>
                      <a:pt x="884307" y="580219"/>
                      <a:pt x="887753" y="610202"/>
                    </a:cubicBezTo>
                    <a:cubicBezTo>
                      <a:pt x="891199" y="640184"/>
                      <a:pt x="882928" y="670166"/>
                      <a:pt x="870866" y="697736"/>
                    </a:cubicBezTo>
                    <a:cubicBezTo>
                      <a:pt x="915323" y="697391"/>
                      <a:pt x="927729" y="728407"/>
                      <a:pt x="931520" y="770451"/>
                    </a:cubicBezTo>
                    <a:cubicBezTo>
                      <a:pt x="934622" y="810428"/>
                      <a:pt x="915667" y="839721"/>
                      <a:pt x="897402" y="873838"/>
                    </a:cubicBezTo>
                    <a:close/>
                  </a:path>
                </a:pathLst>
              </a:custGeom>
              <a:solidFill>
                <a:srgbClr val="FDB98A"/>
              </a:solidFill>
              <a:ln w="3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822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DC2E-1053-554F-F098-1E62E793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8C8FA8-BCA5-BB32-ED87-88458D983A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202092"/>
            <a:ext cx="11572875" cy="598282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3600" dirty="0">
                <a:latin typeface="Poppins Medium" panose="00000600000000000000" pitchFamily="2" charset="0"/>
                <a:cs typeface="Poppins Medium" panose="00000600000000000000" pitchFamily="2" charset="0"/>
              </a:rPr>
              <a:t>Small Business</a:t>
            </a:r>
            <a:endParaRPr lang="ko-KR" altLang="en-US" sz="3600" b="1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149" name="Straight Connector 23">
            <a:extLst>
              <a:ext uri="{FF2B5EF4-FFF2-40B4-BE49-F238E27FC236}">
                <a16:creationId xmlns:a16="http://schemas.microsoft.com/office/drawing/2014/main" id="{A146208D-47E2-AD1E-F9B0-50FBE63D6A85}"/>
              </a:ext>
            </a:extLst>
          </p:cNvPr>
          <p:cNvCxnSpPr>
            <a:cxnSpLocks/>
          </p:cNvCxnSpPr>
          <p:nvPr/>
        </p:nvCxnSpPr>
        <p:spPr>
          <a:xfrm>
            <a:off x="0" y="5752735"/>
            <a:ext cx="12192000" cy="110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110A81B4-2D53-350F-5173-5E2283B603BA}"/>
              </a:ext>
            </a:extLst>
          </p:cNvPr>
          <p:cNvSpPr txBox="1"/>
          <p:nvPr/>
        </p:nvSpPr>
        <p:spPr>
          <a:xfrm>
            <a:off x="3664685" y="800374"/>
            <a:ext cx="7563192" cy="487312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Disadvantages of Small Businesses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Limited Capital: Raising money can be difficult.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Limited Managerial Skills: Owners may lack experience in some areas.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Government Regulations: Compliance with regulations can be challenging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Poppins Medium" panose="00000600000000000000" pitchFamily="2" charset="0"/>
                <a:cs typeface="Poppins Medium" panose="00000600000000000000" pitchFamily="2" charset="0"/>
              </a:rPr>
              <a:t>Heavy Responsibility: Owners often handle many business activities alone. </a:t>
            </a:r>
          </a:p>
        </p:txBody>
      </p:sp>
      <p:grpSp>
        <p:nvGrpSpPr>
          <p:cNvPr id="3" name="그룹 220">
            <a:extLst>
              <a:ext uri="{FF2B5EF4-FFF2-40B4-BE49-F238E27FC236}">
                <a16:creationId xmlns:a16="http://schemas.microsoft.com/office/drawing/2014/main" id="{6F87F6DA-C276-9015-20E2-29F1646482F0}"/>
              </a:ext>
            </a:extLst>
          </p:cNvPr>
          <p:cNvGrpSpPr/>
          <p:nvPr/>
        </p:nvGrpSpPr>
        <p:grpSpPr>
          <a:xfrm>
            <a:off x="-101092" y="1262326"/>
            <a:ext cx="3596131" cy="4333348"/>
            <a:chOff x="-9728" y="1670812"/>
            <a:chExt cx="4314722" cy="5199252"/>
          </a:xfrm>
        </p:grpSpPr>
        <p:grpSp>
          <p:nvGrpSpPr>
            <p:cNvPr id="4" name="Group 2">
              <a:extLst>
                <a:ext uri="{FF2B5EF4-FFF2-40B4-BE49-F238E27FC236}">
                  <a16:creationId xmlns:a16="http://schemas.microsoft.com/office/drawing/2014/main" id="{8D4A77CC-5497-F243-A732-63B4E82BAB0E}"/>
                </a:ext>
              </a:extLst>
            </p:cNvPr>
            <p:cNvGrpSpPr/>
            <p:nvPr/>
          </p:nvGrpSpPr>
          <p:grpSpPr>
            <a:xfrm>
              <a:off x="323529" y="1670812"/>
              <a:ext cx="3315598" cy="3586045"/>
              <a:chOff x="5277160" y="1526519"/>
              <a:chExt cx="2000337" cy="2522764"/>
            </a:xfrm>
            <a:solidFill>
              <a:schemeClr val="accent1"/>
            </a:solidFill>
          </p:grpSpPr>
          <p:sp>
            <p:nvSpPr>
              <p:cNvPr id="8" name="Arrow: Up 61">
                <a:extLst>
                  <a:ext uri="{FF2B5EF4-FFF2-40B4-BE49-F238E27FC236}">
                    <a16:creationId xmlns:a16="http://schemas.microsoft.com/office/drawing/2014/main" id="{2A049665-A269-8F50-7FBD-87BE6B9C580C}"/>
                  </a:ext>
                </a:extLst>
              </p:cNvPr>
              <p:cNvSpPr/>
              <p:nvPr/>
            </p:nvSpPr>
            <p:spPr>
              <a:xfrm rot="2141881">
                <a:off x="6997612" y="1526519"/>
                <a:ext cx="279885" cy="1922357"/>
              </a:xfrm>
              <a:custGeom>
                <a:avLst/>
                <a:gdLst>
                  <a:gd name="connsiteX0" fmla="*/ 0 w 268141"/>
                  <a:gd name="connsiteY0" fmla="*/ 291531 h 1886717"/>
                  <a:gd name="connsiteX1" fmla="*/ 134071 w 268141"/>
                  <a:gd name="connsiteY1" fmla="*/ 0 h 1886717"/>
                  <a:gd name="connsiteX2" fmla="*/ 268141 w 268141"/>
                  <a:gd name="connsiteY2" fmla="*/ 291531 h 1886717"/>
                  <a:gd name="connsiteX3" fmla="*/ 185487 w 268141"/>
                  <a:gd name="connsiteY3" fmla="*/ 291531 h 1886717"/>
                  <a:gd name="connsiteX4" fmla="*/ 185487 w 268141"/>
                  <a:gd name="connsiteY4" fmla="*/ 1886717 h 1886717"/>
                  <a:gd name="connsiteX5" fmla="*/ 82654 w 268141"/>
                  <a:gd name="connsiteY5" fmla="*/ 1886717 h 1886717"/>
                  <a:gd name="connsiteX6" fmla="*/ 82654 w 268141"/>
                  <a:gd name="connsiteY6" fmla="*/ 291531 h 1886717"/>
                  <a:gd name="connsiteX7" fmla="*/ 0 w 268141"/>
                  <a:gd name="connsiteY7" fmla="*/ 291531 h 1886717"/>
                  <a:gd name="connsiteX0" fmla="*/ 0 w 268141"/>
                  <a:gd name="connsiteY0" fmla="*/ 291531 h 1886717"/>
                  <a:gd name="connsiteX1" fmla="*/ 134071 w 268141"/>
                  <a:gd name="connsiteY1" fmla="*/ 0 h 1886717"/>
                  <a:gd name="connsiteX2" fmla="*/ 268141 w 268141"/>
                  <a:gd name="connsiteY2" fmla="*/ 291531 h 1886717"/>
                  <a:gd name="connsiteX3" fmla="*/ 185487 w 268141"/>
                  <a:gd name="connsiteY3" fmla="*/ 291531 h 1886717"/>
                  <a:gd name="connsiteX4" fmla="*/ 185487 w 268141"/>
                  <a:gd name="connsiteY4" fmla="*/ 1886717 h 1886717"/>
                  <a:gd name="connsiteX5" fmla="*/ 82654 w 268141"/>
                  <a:gd name="connsiteY5" fmla="*/ 1886717 h 1886717"/>
                  <a:gd name="connsiteX6" fmla="*/ 89774 w 268141"/>
                  <a:gd name="connsiteY6" fmla="*/ 272599 h 1886717"/>
                  <a:gd name="connsiteX7" fmla="*/ 0 w 268141"/>
                  <a:gd name="connsiteY7" fmla="*/ 291531 h 1886717"/>
                  <a:gd name="connsiteX0" fmla="*/ 0 w 269777"/>
                  <a:gd name="connsiteY0" fmla="*/ 289253 h 1886717"/>
                  <a:gd name="connsiteX1" fmla="*/ 135707 w 269777"/>
                  <a:gd name="connsiteY1" fmla="*/ 0 h 1886717"/>
                  <a:gd name="connsiteX2" fmla="*/ 269777 w 269777"/>
                  <a:gd name="connsiteY2" fmla="*/ 291531 h 1886717"/>
                  <a:gd name="connsiteX3" fmla="*/ 187123 w 269777"/>
                  <a:gd name="connsiteY3" fmla="*/ 291531 h 1886717"/>
                  <a:gd name="connsiteX4" fmla="*/ 187123 w 269777"/>
                  <a:gd name="connsiteY4" fmla="*/ 1886717 h 1886717"/>
                  <a:gd name="connsiteX5" fmla="*/ 84290 w 269777"/>
                  <a:gd name="connsiteY5" fmla="*/ 1886717 h 1886717"/>
                  <a:gd name="connsiteX6" fmla="*/ 91410 w 269777"/>
                  <a:gd name="connsiteY6" fmla="*/ 272599 h 1886717"/>
                  <a:gd name="connsiteX7" fmla="*/ 0 w 269777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7123 w 279885"/>
                  <a:gd name="connsiteY3" fmla="*/ 291531 h 1886717"/>
                  <a:gd name="connsiteX4" fmla="*/ 187123 w 279885"/>
                  <a:gd name="connsiteY4" fmla="*/ 1886717 h 1886717"/>
                  <a:gd name="connsiteX5" fmla="*/ 84290 w 279885"/>
                  <a:gd name="connsiteY5" fmla="*/ 1886717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84290 w 279885"/>
                  <a:gd name="connsiteY5" fmla="*/ 1886717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94905 w 279885"/>
                  <a:gd name="connsiteY5" fmla="*/ 1834190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886717"/>
                  <a:gd name="connsiteX1" fmla="*/ 135707 w 279885"/>
                  <a:gd name="connsiteY1" fmla="*/ 0 h 1886717"/>
                  <a:gd name="connsiteX2" fmla="*/ 279885 w 279885"/>
                  <a:gd name="connsiteY2" fmla="*/ 291177 h 1886717"/>
                  <a:gd name="connsiteX3" fmla="*/ 185774 w 279885"/>
                  <a:gd name="connsiteY3" fmla="*/ 275232 h 1886717"/>
                  <a:gd name="connsiteX4" fmla="*/ 187123 w 279885"/>
                  <a:gd name="connsiteY4" fmla="*/ 1886717 h 1886717"/>
                  <a:gd name="connsiteX5" fmla="*/ 90485 w 279885"/>
                  <a:gd name="connsiteY5" fmla="*/ 1885721 h 1886717"/>
                  <a:gd name="connsiteX6" fmla="*/ 91410 w 279885"/>
                  <a:gd name="connsiteY6" fmla="*/ 272599 h 1886717"/>
                  <a:gd name="connsiteX7" fmla="*/ 0 w 279885"/>
                  <a:gd name="connsiteY7" fmla="*/ 289253 h 1886717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5774 w 279885"/>
                  <a:gd name="connsiteY3" fmla="*/ 275232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1860 w 279885"/>
                  <a:gd name="connsiteY3" fmla="*/ 274591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89253 h 1902443"/>
                  <a:gd name="connsiteX1" fmla="*/ 135707 w 279885"/>
                  <a:gd name="connsiteY1" fmla="*/ 0 h 1902443"/>
                  <a:gd name="connsiteX2" fmla="*/ 279885 w 279885"/>
                  <a:gd name="connsiteY2" fmla="*/ 291177 h 1902443"/>
                  <a:gd name="connsiteX3" fmla="*/ 181860 w 279885"/>
                  <a:gd name="connsiteY3" fmla="*/ 274591 h 1902443"/>
                  <a:gd name="connsiteX4" fmla="*/ 160430 w 279885"/>
                  <a:gd name="connsiteY4" fmla="*/ 1902443 h 1902443"/>
                  <a:gd name="connsiteX5" fmla="*/ 90485 w 279885"/>
                  <a:gd name="connsiteY5" fmla="*/ 1885721 h 1902443"/>
                  <a:gd name="connsiteX6" fmla="*/ 91410 w 279885"/>
                  <a:gd name="connsiteY6" fmla="*/ 272599 h 1902443"/>
                  <a:gd name="connsiteX7" fmla="*/ 0 w 279885"/>
                  <a:gd name="connsiteY7" fmla="*/ 289253 h 1902443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279885 w 279885"/>
                  <a:gd name="connsiteY2" fmla="*/ 279433 h 1890699"/>
                  <a:gd name="connsiteX3" fmla="*/ 181860 w 279885"/>
                  <a:gd name="connsiteY3" fmla="*/ 262847 h 1890699"/>
                  <a:gd name="connsiteX4" fmla="*/ 160430 w 279885"/>
                  <a:gd name="connsiteY4" fmla="*/ 1890699 h 1890699"/>
                  <a:gd name="connsiteX5" fmla="*/ 90485 w 279885"/>
                  <a:gd name="connsiteY5" fmla="*/ 1873977 h 1890699"/>
                  <a:gd name="connsiteX6" fmla="*/ 91410 w 279885"/>
                  <a:gd name="connsiteY6" fmla="*/ 260855 h 1890699"/>
                  <a:gd name="connsiteX7" fmla="*/ 0 w 279885"/>
                  <a:gd name="connsiteY7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4830 w 279885"/>
                  <a:gd name="connsiteY2" fmla="*/ 41628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7682 w 279885"/>
                  <a:gd name="connsiteY2" fmla="*/ 11948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79885"/>
                  <a:gd name="connsiteY0" fmla="*/ 277509 h 1890699"/>
                  <a:gd name="connsiteX1" fmla="*/ 133783 w 279885"/>
                  <a:gd name="connsiteY1" fmla="*/ 0 h 1890699"/>
                  <a:gd name="connsiteX2" fmla="*/ 158964 w 279885"/>
                  <a:gd name="connsiteY2" fmla="*/ 4119 h 1890699"/>
                  <a:gd name="connsiteX3" fmla="*/ 279885 w 279885"/>
                  <a:gd name="connsiteY3" fmla="*/ 279433 h 1890699"/>
                  <a:gd name="connsiteX4" fmla="*/ 181860 w 279885"/>
                  <a:gd name="connsiteY4" fmla="*/ 262847 h 1890699"/>
                  <a:gd name="connsiteX5" fmla="*/ 160430 w 279885"/>
                  <a:gd name="connsiteY5" fmla="*/ 1890699 h 1890699"/>
                  <a:gd name="connsiteX6" fmla="*/ 90485 w 279885"/>
                  <a:gd name="connsiteY6" fmla="*/ 1873977 h 1890699"/>
                  <a:gd name="connsiteX7" fmla="*/ 91410 w 279885"/>
                  <a:gd name="connsiteY7" fmla="*/ 260855 h 1890699"/>
                  <a:gd name="connsiteX8" fmla="*/ 0 w 279885"/>
                  <a:gd name="connsiteY8" fmla="*/ 277509 h 1890699"/>
                  <a:gd name="connsiteX0" fmla="*/ 0 w 286373"/>
                  <a:gd name="connsiteY0" fmla="*/ 302766 h 1915956"/>
                  <a:gd name="connsiteX1" fmla="*/ 133783 w 286373"/>
                  <a:gd name="connsiteY1" fmla="*/ 25257 h 1915956"/>
                  <a:gd name="connsiteX2" fmla="*/ 286373 w 286373"/>
                  <a:gd name="connsiteY2" fmla="*/ 0 h 1915956"/>
                  <a:gd name="connsiteX3" fmla="*/ 279885 w 286373"/>
                  <a:gd name="connsiteY3" fmla="*/ 304690 h 1915956"/>
                  <a:gd name="connsiteX4" fmla="*/ 181860 w 286373"/>
                  <a:gd name="connsiteY4" fmla="*/ 288104 h 1915956"/>
                  <a:gd name="connsiteX5" fmla="*/ 160430 w 286373"/>
                  <a:gd name="connsiteY5" fmla="*/ 1915956 h 1915956"/>
                  <a:gd name="connsiteX6" fmla="*/ 90485 w 286373"/>
                  <a:gd name="connsiteY6" fmla="*/ 1899234 h 1915956"/>
                  <a:gd name="connsiteX7" fmla="*/ 91410 w 286373"/>
                  <a:gd name="connsiteY7" fmla="*/ 286112 h 1915956"/>
                  <a:gd name="connsiteX8" fmla="*/ 0 w 286373"/>
                  <a:gd name="connsiteY8" fmla="*/ 302766 h 1915956"/>
                  <a:gd name="connsiteX0" fmla="*/ 0 w 286396"/>
                  <a:gd name="connsiteY0" fmla="*/ 318267 h 1931457"/>
                  <a:gd name="connsiteX1" fmla="*/ 133783 w 286396"/>
                  <a:gd name="connsiteY1" fmla="*/ 40758 h 1931457"/>
                  <a:gd name="connsiteX2" fmla="*/ 286373 w 286396"/>
                  <a:gd name="connsiteY2" fmla="*/ 15501 h 1931457"/>
                  <a:gd name="connsiteX3" fmla="*/ 279885 w 286396"/>
                  <a:gd name="connsiteY3" fmla="*/ 320191 h 1931457"/>
                  <a:gd name="connsiteX4" fmla="*/ 181860 w 286396"/>
                  <a:gd name="connsiteY4" fmla="*/ 303605 h 1931457"/>
                  <a:gd name="connsiteX5" fmla="*/ 160430 w 286396"/>
                  <a:gd name="connsiteY5" fmla="*/ 1931457 h 1931457"/>
                  <a:gd name="connsiteX6" fmla="*/ 90485 w 286396"/>
                  <a:gd name="connsiteY6" fmla="*/ 1914735 h 1931457"/>
                  <a:gd name="connsiteX7" fmla="*/ 91410 w 286396"/>
                  <a:gd name="connsiteY7" fmla="*/ 301613 h 1931457"/>
                  <a:gd name="connsiteX8" fmla="*/ 0 w 286396"/>
                  <a:gd name="connsiteY8" fmla="*/ 318267 h 1931457"/>
                  <a:gd name="connsiteX0" fmla="*/ 0 w 286391"/>
                  <a:gd name="connsiteY0" fmla="*/ 325779 h 1938969"/>
                  <a:gd name="connsiteX1" fmla="*/ 133783 w 286391"/>
                  <a:gd name="connsiteY1" fmla="*/ 48270 h 1938969"/>
                  <a:gd name="connsiteX2" fmla="*/ 286373 w 286391"/>
                  <a:gd name="connsiteY2" fmla="*/ 23013 h 1938969"/>
                  <a:gd name="connsiteX3" fmla="*/ 279885 w 286391"/>
                  <a:gd name="connsiteY3" fmla="*/ 327703 h 1938969"/>
                  <a:gd name="connsiteX4" fmla="*/ 181860 w 286391"/>
                  <a:gd name="connsiteY4" fmla="*/ 311117 h 1938969"/>
                  <a:gd name="connsiteX5" fmla="*/ 160430 w 286391"/>
                  <a:gd name="connsiteY5" fmla="*/ 1938969 h 1938969"/>
                  <a:gd name="connsiteX6" fmla="*/ 90485 w 286391"/>
                  <a:gd name="connsiteY6" fmla="*/ 1922247 h 1938969"/>
                  <a:gd name="connsiteX7" fmla="*/ 91410 w 286391"/>
                  <a:gd name="connsiteY7" fmla="*/ 309125 h 1938969"/>
                  <a:gd name="connsiteX8" fmla="*/ 0 w 286391"/>
                  <a:gd name="connsiteY8" fmla="*/ 325779 h 1938969"/>
                  <a:gd name="connsiteX0" fmla="*/ 0 w 279885"/>
                  <a:gd name="connsiteY0" fmla="*/ 310247 h 1923437"/>
                  <a:gd name="connsiteX1" fmla="*/ 133783 w 279885"/>
                  <a:gd name="connsiteY1" fmla="*/ 32738 h 1923437"/>
                  <a:gd name="connsiteX2" fmla="*/ 177541 w 279885"/>
                  <a:gd name="connsiteY2" fmla="*/ 33870 h 1923437"/>
                  <a:gd name="connsiteX3" fmla="*/ 279885 w 279885"/>
                  <a:gd name="connsiteY3" fmla="*/ 312171 h 1923437"/>
                  <a:gd name="connsiteX4" fmla="*/ 181860 w 279885"/>
                  <a:gd name="connsiteY4" fmla="*/ 295585 h 1923437"/>
                  <a:gd name="connsiteX5" fmla="*/ 160430 w 279885"/>
                  <a:gd name="connsiteY5" fmla="*/ 1923437 h 1923437"/>
                  <a:gd name="connsiteX6" fmla="*/ 90485 w 279885"/>
                  <a:gd name="connsiteY6" fmla="*/ 1906715 h 1923437"/>
                  <a:gd name="connsiteX7" fmla="*/ 91410 w 279885"/>
                  <a:gd name="connsiteY7" fmla="*/ 293593 h 1923437"/>
                  <a:gd name="connsiteX8" fmla="*/ 0 w 279885"/>
                  <a:gd name="connsiteY8" fmla="*/ 310247 h 1923437"/>
                  <a:gd name="connsiteX0" fmla="*/ 0 w 279885"/>
                  <a:gd name="connsiteY0" fmla="*/ 309167 h 1922357"/>
                  <a:gd name="connsiteX1" fmla="*/ 133783 w 279885"/>
                  <a:gd name="connsiteY1" fmla="*/ 31658 h 1922357"/>
                  <a:gd name="connsiteX2" fmla="*/ 177541 w 279885"/>
                  <a:gd name="connsiteY2" fmla="*/ 32790 h 1922357"/>
                  <a:gd name="connsiteX3" fmla="*/ 279885 w 279885"/>
                  <a:gd name="connsiteY3" fmla="*/ 311091 h 1922357"/>
                  <a:gd name="connsiteX4" fmla="*/ 181860 w 279885"/>
                  <a:gd name="connsiteY4" fmla="*/ 294505 h 1922357"/>
                  <a:gd name="connsiteX5" fmla="*/ 160430 w 279885"/>
                  <a:gd name="connsiteY5" fmla="*/ 1922357 h 1922357"/>
                  <a:gd name="connsiteX6" fmla="*/ 90485 w 279885"/>
                  <a:gd name="connsiteY6" fmla="*/ 1905635 h 1922357"/>
                  <a:gd name="connsiteX7" fmla="*/ 91410 w 279885"/>
                  <a:gd name="connsiteY7" fmla="*/ 292513 h 1922357"/>
                  <a:gd name="connsiteX8" fmla="*/ 0 w 279885"/>
                  <a:gd name="connsiteY8" fmla="*/ 309167 h 1922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9885" h="1922357">
                    <a:moveTo>
                      <a:pt x="0" y="309167"/>
                    </a:moveTo>
                    <a:cubicBezTo>
                      <a:pt x="39685" y="209830"/>
                      <a:pt x="88547" y="128076"/>
                      <a:pt x="133783" y="31658"/>
                    </a:cubicBezTo>
                    <a:cubicBezTo>
                      <a:pt x="154544" y="-13848"/>
                      <a:pt x="160780" y="-7470"/>
                      <a:pt x="177541" y="32790"/>
                    </a:cubicBezTo>
                    <a:lnTo>
                      <a:pt x="279885" y="311091"/>
                    </a:lnTo>
                    <a:lnTo>
                      <a:pt x="181860" y="294505"/>
                    </a:lnTo>
                    <a:cubicBezTo>
                      <a:pt x="182310" y="831667"/>
                      <a:pt x="159980" y="1385195"/>
                      <a:pt x="160430" y="1922357"/>
                    </a:cubicBezTo>
                    <a:lnTo>
                      <a:pt x="90485" y="1905635"/>
                    </a:lnTo>
                    <a:cubicBezTo>
                      <a:pt x="92858" y="1367596"/>
                      <a:pt x="89037" y="830552"/>
                      <a:pt x="91410" y="292513"/>
                    </a:cubicBezTo>
                    <a:lnTo>
                      <a:pt x="0" y="30916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rapezoid 5">
                <a:extLst>
                  <a:ext uri="{FF2B5EF4-FFF2-40B4-BE49-F238E27FC236}">
                    <a16:creationId xmlns:a16="http://schemas.microsoft.com/office/drawing/2014/main" id="{FD67A8DC-65B4-6C8B-6A52-8E4C7A8A00C0}"/>
                  </a:ext>
                </a:extLst>
              </p:cNvPr>
              <p:cNvSpPr/>
              <p:nvPr/>
            </p:nvSpPr>
            <p:spPr>
              <a:xfrm rot="16365077">
                <a:off x="6298097" y="2888920"/>
                <a:ext cx="73414" cy="683034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Trapezoid 6">
                <a:extLst>
                  <a:ext uri="{FF2B5EF4-FFF2-40B4-BE49-F238E27FC236}">
                    <a16:creationId xmlns:a16="http://schemas.microsoft.com/office/drawing/2014/main" id="{6DA3DF53-D005-378C-B5C3-C984DDCE0421}"/>
                  </a:ext>
                </a:extLst>
              </p:cNvPr>
              <p:cNvSpPr/>
              <p:nvPr/>
            </p:nvSpPr>
            <p:spPr>
              <a:xfrm rot="12169466">
                <a:off x="5847432" y="3173306"/>
                <a:ext cx="60413" cy="875977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rapezoid 7">
                <a:extLst>
                  <a:ext uri="{FF2B5EF4-FFF2-40B4-BE49-F238E27FC236}">
                    <a16:creationId xmlns:a16="http://schemas.microsoft.com/office/drawing/2014/main" id="{9B4760BD-55C7-9C52-F5AB-13B76FD7C830}"/>
                  </a:ext>
                </a:extLst>
              </p:cNvPr>
              <p:cNvSpPr/>
              <p:nvPr/>
            </p:nvSpPr>
            <p:spPr>
              <a:xfrm rot="17376167">
                <a:off x="5515957" y="3691934"/>
                <a:ext cx="33897" cy="470877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Trapezoid 8">
                <a:extLst>
                  <a:ext uri="{FF2B5EF4-FFF2-40B4-BE49-F238E27FC236}">
                    <a16:creationId xmlns:a16="http://schemas.microsoft.com/office/drawing/2014/main" id="{CBDFB81A-83CA-F754-D066-B85E8EC79A37}"/>
                  </a:ext>
                </a:extLst>
              </p:cNvPr>
              <p:cNvSpPr/>
              <p:nvPr/>
            </p:nvSpPr>
            <p:spPr>
              <a:xfrm rot="12369361">
                <a:off x="5277160" y="3834964"/>
                <a:ext cx="49164" cy="116592"/>
              </a:xfrm>
              <a:prstGeom prst="trapezoid">
                <a:avLst>
                  <a:gd name="adj" fmla="val 9488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" name="Graphic 51">
              <a:extLst>
                <a:ext uri="{FF2B5EF4-FFF2-40B4-BE49-F238E27FC236}">
                  <a16:creationId xmlns:a16="http://schemas.microsoft.com/office/drawing/2014/main" id="{C98DEF6F-D7CD-130F-E1E1-0C9FE75E9A7C}"/>
                </a:ext>
              </a:extLst>
            </p:cNvPr>
            <p:cNvGrpSpPr/>
            <p:nvPr/>
          </p:nvGrpSpPr>
          <p:grpSpPr>
            <a:xfrm>
              <a:off x="-9728" y="2438962"/>
              <a:ext cx="4314722" cy="4431102"/>
              <a:chOff x="4877104" y="3337195"/>
              <a:chExt cx="3199005" cy="3285291"/>
            </a:xfrm>
          </p:grpSpPr>
          <p:sp>
            <p:nvSpPr>
              <p:cNvPr id="6" name="Freeform: Shape 10">
                <a:extLst>
                  <a:ext uri="{FF2B5EF4-FFF2-40B4-BE49-F238E27FC236}">
                    <a16:creationId xmlns:a16="http://schemas.microsoft.com/office/drawing/2014/main" id="{A91ED252-BA4D-D56B-4F44-67EA84C387D4}"/>
                  </a:ext>
                </a:extLst>
              </p:cNvPr>
              <p:cNvSpPr/>
              <p:nvPr/>
            </p:nvSpPr>
            <p:spPr>
              <a:xfrm>
                <a:off x="4877104" y="4774993"/>
                <a:ext cx="3049295" cy="1847493"/>
              </a:xfrm>
              <a:custGeom>
                <a:avLst/>
                <a:gdLst>
                  <a:gd name="connsiteX0" fmla="*/ 2517670 w 3111946"/>
                  <a:gd name="connsiteY0" fmla="*/ 1502795 h 1836841"/>
                  <a:gd name="connsiteX1" fmla="*/ 2403600 w 3111946"/>
                  <a:gd name="connsiteY1" fmla="*/ 1713704 h 1836841"/>
                  <a:gd name="connsiteX2" fmla="*/ 2329506 w 3111946"/>
                  <a:gd name="connsiteY2" fmla="*/ 1819504 h 1836841"/>
                  <a:gd name="connsiteX3" fmla="*/ 2211990 w 3111946"/>
                  <a:gd name="connsiteY3" fmla="*/ 1836735 h 1836841"/>
                  <a:gd name="connsiteX4" fmla="*/ 1638881 w 3111946"/>
                  <a:gd name="connsiteY4" fmla="*/ 1836735 h 1836841"/>
                  <a:gd name="connsiteX5" fmla="*/ 492320 w 3111946"/>
                  <a:gd name="connsiteY5" fmla="*/ 1836735 h 1836841"/>
                  <a:gd name="connsiteX6" fmla="*/ 22254 w 3111946"/>
                  <a:gd name="connsiteY6" fmla="*/ 1836735 h 1836841"/>
                  <a:gd name="connsiteX7" fmla="*/ 8469 w 3111946"/>
                  <a:gd name="connsiteY7" fmla="*/ 1822950 h 1836841"/>
                  <a:gd name="connsiteX8" fmla="*/ 9158 w 3111946"/>
                  <a:gd name="connsiteY8" fmla="*/ 689484 h 1836841"/>
                  <a:gd name="connsiteX9" fmla="*/ 7091 w 3111946"/>
                  <a:gd name="connsiteY9" fmla="*/ 455485 h 1836841"/>
                  <a:gd name="connsiteX10" fmla="*/ 5368 w 3111946"/>
                  <a:gd name="connsiteY10" fmla="*/ 335556 h 1836841"/>
                  <a:gd name="connsiteX11" fmla="*/ 3644 w 3111946"/>
                  <a:gd name="connsiteY11" fmla="*/ 225621 h 1836841"/>
                  <a:gd name="connsiteX12" fmla="*/ 107031 w 3111946"/>
                  <a:gd name="connsiteY12" fmla="*/ 212181 h 1836841"/>
                  <a:gd name="connsiteX13" fmla="*/ 183882 w 3111946"/>
                  <a:gd name="connsiteY13" fmla="*/ 200119 h 1836841"/>
                  <a:gd name="connsiteX14" fmla="*/ 331726 w 3111946"/>
                  <a:gd name="connsiteY14" fmla="*/ 279727 h 1836841"/>
                  <a:gd name="connsiteX15" fmla="*/ 382041 w 3111946"/>
                  <a:gd name="connsiteY15" fmla="*/ 340381 h 1836841"/>
                  <a:gd name="connsiteX16" fmla="*/ 494732 w 3111946"/>
                  <a:gd name="connsiteY16" fmla="*/ 477541 h 1836841"/>
                  <a:gd name="connsiteX17" fmla="*/ 511619 w 3111946"/>
                  <a:gd name="connsiteY17" fmla="*/ 548878 h 1836841"/>
                  <a:gd name="connsiteX18" fmla="*/ 569860 w 3111946"/>
                  <a:gd name="connsiteY18" fmla="*/ 583340 h 1836841"/>
                  <a:gd name="connsiteX19" fmla="*/ 668078 w 3111946"/>
                  <a:gd name="connsiteY19" fmla="*/ 640203 h 1836841"/>
                  <a:gd name="connsiteX20" fmla="*/ 1070253 w 3111946"/>
                  <a:gd name="connsiteY20" fmla="*/ 834915 h 1836841"/>
                  <a:gd name="connsiteX21" fmla="*/ 1417289 w 3111946"/>
                  <a:gd name="connsiteY21" fmla="*/ 916591 h 1836841"/>
                  <a:gd name="connsiteX22" fmla="*/ 1762946 w 3111946"/>
                  <a:gd name="connsiteY22" fmla="*/ 954499 h 1836841"/>
                  <a:gd name="connsiteX23" fmla="*/ 1855649 w 3111946"/>
                  <a:gd name="connsiteY23" fmla="*/ 917969 h 1836841"/>
                  <a:gd name="connsiteX24" fmla="*/ 1997634 w 3111946"/>
                  <a:gd name="connsiteY24" fmla="*/ 733940 h 1836841"/>
                  <a:gd name="connsiteX25" fmla="*/ 2127212 w 3111946"/>
                  <a:gd name="connsiteY25" fmla="*/ 504421 h 1836841"/>
                  <a:gd name="connsiteX26" fmla="*/ 2345359 w 3111946"/>
                  <a:gd name="connsiteY26" fmla="*/ 47451 h 1836841"/>
                  <a:gd name="connsiteX27" fmla="*/ 2593143 w 3111946"/>
                  <a:gd name="connsiteY27" fmla="*/ 48829 h 1836841"/>
                  <a:gd name="connsiteX28" fmla="*/ 2813702 w 3111946"/>
                  <a:gd name="connsiteY28" fmla="*/ 191159 h 1836841"/>
                  <a:gd name="connsiteX29" fmla="*/ 2979465 w 3111946"/>
                  <a:gd name="connsiteY29" fmla="*/ 373120 h 1836841"/>
                  <a:gd name="connsiteX30" fmla="*/ 3052525 w 3111946"/>
                  <a:gd name="connsiteY30" fmla="*/ 472716 h 1836841"/>
                  <a:gd name="connsiteX31" fmla="*/ 3111111 w 3111946"/>
                  <a:gd name="connsiteY31" fmla="*/ 568866 h 1836841"/>
                  <a:gd name="connsiteX32" fmla="*/ 3033571 w 3111946"/>
                  <a:gd name="connsiteY32" fmla="*/ 678456 h 1836841"/>
                  <a:gd name="connsiteX33" fmla="*/ 2942246 w 3111946"/>
                  <a:gd name="connsiteY33" fmla="*/ 809068 h 1836841"/>
                  <a:gd name="connsiteX34" fmla="*/ 2733060 w 3111946"/>
                  <a:gd name="connsiteY34" fmla="*/ 1117506 h 1836841"/>
                  <a:gd name="connsiteX35" fmla="*/ 2522495 w 3111946"/>
                  <a:gd name="connsiteY35" fmla="*/ 1490044 h 1836841"/>
                  <a:gd name="connsiteX36" fmla="*/ 2517670 w 3111946"/>
                  <a:gd name="connsiteY36" fmla="*/ 1502795 h 1836841"/>
                  <a:gd name="connsiteX0" fmla="*/ 2520800 w 3115091"/>
                  <a:gd name="connsiteY0" fmla="*/ 1502795 h 1839666"/>
                  <a:gd name="connsiteX1" fmla="*/ 2406730 w 3115091"/>
                  <a:gd name="connsiteY1" fmla="*/ 1713704 h 1839666"/>
                  <a:gd name="connsiteX2" fmla="*/ 2332636 w 3115091"/>
                  <a:gd name="connsiteY2" fmla="*/ 1819504 h 1839666"/>
                  <a:gd name="connsiteX3" fmla="*/ 2215120 w 3115091"/>
                  <a:gd name="connsiteY3" fmla="*/ 1836735 h 1839666"/>
                  <a:gd name="connsiteX4" fmla="*/ 1642011 w 3115091"/>
                  <a:gd name="connsiteY4" fmla="*/ 1836735 h 1839666"/>
                  <a:gd name="connsiteX5" fmla="*/ 495450 w 3115091"/>
                  <a:gd name="connsiteY5" fmla="*/ 1836735 h 1839666"/>
                  <a:gd name="connsiteX6" fmla="*/ 25384 w 3115091"/>
                  <a:gd name="connsiteY6" fmla="*/ 1836735 h 1839666"/>
                  <a:gd name="connsiteX7" fmla="*/ 11599 w 3115091"/>
                  <a:gd name="connsiteY7" fmla="*/ 1822950 h 1839666"/>
                  <a:gd name="connsiteX8" fmla="*/ 12288 w 3115091"/>
                  <a:gd name="connsiteY8" fmla="*/ 689484 h 1839666"/>
                  <a:gd name="connsiteX9" fmla="*/ 10221 w 3115091"/>
                  <a:gd name="connsiteY9" fmla="*/ 455485 h 1839666"/>
                  <a:gd name="connsiteX10" fmla="*/ 6774 w 3115091"/>
                  <a:gd name="connsiteY10" fmla="*/ 225621 h 1839666"/>
                  <a:gd name="connsiteX11" fmla="*/ 110161 w 3115091"/>
                  <a:gd name="connsiteY11" fmla="*/ 212181 h 1839666"/>
                  <a:gd name="connsiteX12" fmla="*/ 187012 w 3115091"/>
                  <a:gd name="connsiteY12" fmla="*/ 200119 h 1839666"/>
                  <a:gd name="connsiteX13" fmla="*/ 334856 w 3115091"/>
                  <a:gd name="connsiteY13" fmla="*/ 279727 h 1839666"/>
                  <a:gd name="connsiteX14" fmla="*/ 385171 w 3115091"/>
                  <a:gd name="connsiteY14" fmla="*/ 340381 h 1839666"/>
                  <a:gd name="connsiteX15" fmla="*/ 497862 w 3115091"/>
                  <a:gd name="connsiteY15" fmla="*/ 477541 h 1839666"/>
                  <a:gd name="connsiteX16" fmla="*/ 514749 w 3115091"/>
                  <a:gd name="connsiteY16" fmla="*/ 548878 h 1839666"/>
                  <a:gd name="connsiteX17" fmla="*/ 572990 w 3115091"/>
                  <a:gd name="connsiteY17" fmla="*/ 583340 h 1839666"/>
                  <a:gd name="connsiteX18" fmla="*/ 671208 w 3115091"/>
                  <a:gd name="connsiteY18" fmla="*/ 640203 h 1839666"/>
                  <a:gd name="connsiteX19" fmla="*/ 1073383 w 3115091"/>
                  <a:gd name="connsiteY19" fmla="*/ 834915 h 1839666"/>
                  <a:gd name="connsiteX20" fmla="*/ 1420419 w 3115091"/>
                  <a:gd name="connsiteY20" fmla="*/ 916591 h 1839666"/>
                  <a:gd name="connsiteX21" fmla="*/ 1766076 w 3115091"/>
                  <a:gd name="connsiteY21" fmla="*/ 954499 h 1839666"/>
                  <a:gd name="connsiteX22" fmla="*/ 1858779 w 3115091"/>
                  <a:gd name="connsiteY22" fmla="*/ 917969 h 1839666"/>
                  <a:gd name="connsiteX23" fmla="*/ 2000764 w 3115091"/>
                  <a:gd name="connsiteY23" fmla="*/ 733940 h 1839666"/>
                  <a:gd name="connsiteX24" fmla="*/ 2130342 w 3115091"/>
                  <a:gd name="connsiteY24" fmla="*/ 504421 h 1839666"/>
                  <a:gd name="connsiteX25" fmla="*/ 2348489 w 3115091"/>
                  <a:gd name="connsiteY25" fmla="*/ 47451 h 1839666"/>
                  <a:gd name="connsiteX26" fmla="*/ 2596273 w 3115091"/>
                  <a:gd name="connsiteY26" fmla="*/ 48829 h 1839666"/>
                  <a:gd name="connsiteX27" fmla="*/ 2816832 w 3115091"/>
                  <a:gd name="connsiteY27" fmla="*/ 191159 h 1839666"/>
                  <a:gd name="connsiteX28" fmla="*/ 2982595 w 3115091"/>
                  <a:gd name="connsiteY28" fmla="*/ 373120 h 1839666"/>
                  <a:gd name="connsiteX29" fmla="*/ 3055655 w 3115091"/>
                  <a:gd name="connsiteY29" fmla="*/ 472716 h 1839666"/>
                  <a:gd name="connsiteX30" fmla="*/ 3114241 w 3115091"/>
                  <a:gd name="connsiteY30" fmla="*/ 568866 h 1839666"/>
                  <a:gd name="connsiteX31" fmla="*/ 3036701 w 3115091"/>
                  <a:gd name="connsiteY31" fmla="*/ 678456 h 1839666"/>
                  <a:gd name="connsiteX32" fmla="*/ 2945376 w 3115091"/>
                  <a:gd name="connsiteY32" fmla="*/ 809068 h 1839666"/>
                  <a:gd name="connsiteX33" fmla="*/ 2736190 w 3115091"/>
                  <a:gd name="connsiteY33" fmla="*/ 1117506 h 1839666"/>
                  <a:gd name="connsiteX34" fmla="*/ 2525625 w 3115091"/>
                  <a:gd name="connsiteY34" fmla="*/ 1490044 h 1839666"/>
                  <a:gd name="connsiteX35" fmla="*/ 2520800 w 3115091"/>
                  <a:gd name="connsiteY35" fmla="*/ 1502795 h 1839666"/>
                  <a:gd name="connsiteX0" fmla="*/ 2520211 w 3114502"/>
                  <a:gd name="connsiteY0" fmla="*/ 1502795 h 1839666"/>
                  <a:gd name="connsiteX1" fmla="*/ 2406141 w 3114502"/>
                  <a:gd name="connsiteY1" fmla="*/ 1713704 h 1839666"/>
                  <a:gd name="connsiteX2" fmla="*/ 2332047 w 3114502"/>
                  <a:gd name="connsiteY2" fmla="*/ 1819504 h 1839666"/>
                  <a:gd name="connsiteX3" fmla="*/ 2214531 w 3114502"/>
                  <a:gd name="connsiteY3" fmla="*/ 1836735 h 1839666"/>
                  <a:gd name="connsiteX4" fmla="*/ 1641422 w 3114502"/>
                  <a:gd name="connsiteY4" fmla="*/ 1836735 h 1839666"/>
                  <a:gd name="connsiteX5" fmla="*/ 494861 w 3114502"/>
                  <a:gd name="connsiteY5" fmla="*/ 1836735 h 1839666"/>
                  <a:gd name="connsiteX6" fmla="*/ 24795 w 3114502"/>
                  <a:gd name="connsiteY6" fmla="*/ 1836735 h 1839666"/>
                  <a:gd name="connsiteX7" fmla="*/ 11010 w 3114502"/>
                  <a:gd name="connsiteY7" fmla="*/ 1822950 h 1839666"/>
                  <a:gd name="connsiteX8" fmla="*/ 11699 w 3114502"/>
                  <a:gd name="connsiteY8" fmla="*/ 689484 h 1839666"/>
                  <a:gd name="connsiteX9" fmla="*/ 6185 w 3114502"/>
                  <a:gd name="connsiteY9" fmla="*/ 225621 h 1839666"/>
                  <a:gd name="connsiteX10" fmla="*/ 109572 w 3114502"/>
                  <a:gd name="connsiteY10" fmla="*/ 212181 h 1839666"/>
                  <a:gd name="connsiteX11" fmla="*/ 186423 w 3114502"/>
                  <a:gd name="connsiteY11" fmla="*/ 200119 h 1839666"/>
                  <a:gd name="connsiteX12" fmla="*/ 334267 w 3114502"/>
                  <a:gd name="connsiteY12" fmla="*/ 279727 h 1839666"/>
                  <a:gd name="connsiteX13" fmla="*/ 384582 w 3114502"/>
                  <a:gd name="connsiteY13" fmla="*/ 340381 h 1839666"/>
                  <a:gd name="connsiteX14" fmla="*/ 497273 w 3114502"/>
                  <a:gd name="connsiteY14" fmla="*/ 477541 h 1839666"/>
                  <a:gd name="connsiteX15" fmla="*/ 514160 w 3114502"/>
                  <a:gd name="connsiteY15" fmla="*/ 548878 h 1839666"/>
                  <a:gd name="connsiteX16" fmla="*/ 572401 w 3114502"/>
                  <a:gd name="connsiteY16" fmla="*/ 583340 h 1839666"/>
                  <a:gd name="connsiteX17" fmla="*/ 670619 w 3114502"/>
                  <a:gd name="connsiteY17" fmla="*/ 640203 h 1839666"/>
                  <a:gd name="connsiteX18" fmla="*/ 1072794 w 3114502"/>
                  <a:gd name="connsiteY18" fmla="*/ 834915 h 1839666"/>
                  <a:gd name="connsiteX19" fmla="*/ 1419830 w 3114502"/>
                  <a:gd name="connsiteY19" fmla="*/ 916591 h 1839666"/>
                  <a:gd name="connsiteX20" fmla="*/ 1765487 w 3114502"/>
                  <a:gd name="connsiteY20" fmla="*/ 954499 h 1839666"/>
                  <a:gd name="connsiteX21" fmla="*/ 1858190 w 3114502"/>
                  <a:gd name="connsiteY21" fmla="*/ 917969 h 1839666"/>
                  <a:gd name="connsiteX22" fmla="*/ 2000175 w 3114502"/>
                  <a:gd name="connsiteY22" fmla="*/ 733940 h 1839666"/>
                  <a:gd name="connsiteX23" fmla="*/ 2129753 w 3114502"/>
                  <a:gd name="connsiteY23" fmla="*/ 504421 h 1839666"/>
                  <a:gd name="connsiteX24" fmla="*/ 2347900 w 3114502"/>
                  <a:gd name="connsiteY24" fmla="*/ 47451 h 1839666"/>
                  <a:gd name="connsiteX25" fmla="*/ 2595684 w 3114502"/>
                  <a:gd name="connsiteY25" fmla="*/ 48829 h 1839666"/>
                  <a:gd name="connsiteX26" fmla="*/ 2816243 w 3114502"/>
                  <a:gd name="connsiteY26" fmla="*/ 191159 h 1839666"/>
                  <a:gd name="connsiteX27" fmla="*/ 2982006 w 3114502"/>
                  <a:gd name="connsiteY27" fmla="*/ 373120 h 1839666"/>
                  <a:gd name="connsiteX28" fmla="*/ 3055066 w 3114502"/>
                  <a:gd name="connsiteY28" fmla="*/ 472716 h 1839666"/>
                  <a:gd name="connsiteX29" fmla="*/ 3113652 w 3114502"/>
                  <a:gd name="connsiteY29" fmla="*/ 568866 h 1839666"/>
                  <a:gd name="connsiteX30" fmla="*/ 3036112 w 3114502"/>
                  <a:gd name="connsiteY30" fmla="*/ 678456 h 1839666"/>
                  <a:gd name="connsiteX31" fmla="*/ 2944787 w 3114502"/>
                  <a:gd name="connsiteY31" fmla="*/ 809068 h 1839666"/>
                  <a:gd name="connsiteX32" fmla="*/ 2735601 w 3114502"/>
                  <a:gd name="connsiteY32" fmla="*/ 1117506 h 1839666"/>
                  <a:gd name="connsiteX33" fmla="*/ 2525036 w 3114502"/>
                  <a:gd name="connsiteY33" fmla="*/ 1490044 h 1839666"/>
                  <a:gd name="connsiteX34" fmla="*/ 2520211 w 3114502"/>
                  <a:gd name="connsiteY34" fmla="*/ 1502795 h 1839666"/>
                  <a:gd name="connsiteX0" fmla="*/ 2520815 w 3115106"/>
                  <a:gd name="connsiteY0" fmla="*/ 1502795 h 1839666"/>
                  <a:gd name="connsiteX1" fmla="*/ 2406745 w 3115106"/>
                  <a:gd name="connsiteY1" fmla="*/ 1713704 h 1839666"/>
                  <a:gd name="connsiteX2" fmla="*/ 2332651 w 3115106"/>
                  <a:gd name="connsiteY2" fmla="*/ 1819504 h 1839666"/>
                  <a:gd name="connsiteX3" fmla="*/ 2215135 w 3115106"/>
                  <a:gd name="connsiteY3" fmla="*/ 1836735 h 1839666"/>
                  <a:gd name="connsiteX4" fmla="*/ 1642026 w 3115106"/>
                  <a:gd name="connsiteY4" fmla="*/ 1836735 h 1839666"/>
                  <a:gd name="connsiteX5" fmla="*/ 495465 w 3115106"/>
                  <a:gd name="connsiteY5" fmla="*/ 1836735 h 1839666"/>
                  <a:gd name="connsiteX6" fmla="*/ 25399 w 3115106"/>
                  <a:gd name="connsiteY6" fmla="*/ 1836735 h 1839666"/>
                  <a:gd name="connsiteX7" fmla="*/ 11614 w 3115106"/>
                  <a:gd name="connsiteY7" fmla="*/ 1822950 h 1839666"/>
                  <a:gd name="connsiteX8" fmla="*/ 6789 w 3115106"/>
                  <a:gd name="connsiteY8" fmla="*/ 225621 h 1839666"/>
                  <a:gd name="connsiteX9" fmla="*/ 110176 w 3115106"/>
                  <a:gd name="connsiteY9" fmla="*/ 212181 h 1839666"/>
                  <a:gd name="connsiteX10" fmla="*/ 187027 w 3115106"/>
                  <a:gd name="connsiteY10" fmla="*/ 200119 h 1839666"/>
                  <a:gd name="connsiteX11" fmla="*/ 334871 w 3115106"/>
                  <a:gd name="connsiteY11" fmla="*/ 279727 h 1839666"/>
                  <a:gd name="connsiteX12" fmla="*/ 385186 w 3115106"/>
                  <a:gd name="connsiteY12" fmla="*/ 340381 h 1839666"/>
                  <a:gd name="connsiteX13" fmla="*/ 497877 w 3115106"/>
                  <a:gd name="connsiteY13" fmla="*/ 477541 h 1839666"/>
                  <a:gd name="connsiteX14" fmla="*/ 514764 w 3115106"/>
                  <a:gd name="connsiteY14" fmla="*/ 548878 h 1839666"/>
                  <a:gd name="connsiteX15" fmla="*/ 573005 w 3115106"/>
                  <a:gd name="connsiteY15" fmla="*/ 583340 h 1839666"/>
                  <a:gd name="connsiteX16" fmla="*/ 671223 w 3115106"/>
                  <a:gd name="connsiteY16" fmla="*/ 640203 h 1839666"/>
                  <a:gd name="connsiteX17" fmla="*/ 1073398 w 3115106"/>
                  <a:gd name="connsiteY17" fmla="*/ 834915 h 1839666"/>
                  <a:gd name="connsiteX18" fmla="*/ 1420434 w 3115106"/>
                  <a:gd name="connsiteY18" fmla="*/ 916591 h 1839666"/>
                  <a:gd name="connsiteX19" fmla="*/ 1766091 w 3115106"/>
                  <a:gd name="connsiteY19" fmla="*/ 954499 h 1839666"/>
                  <a:gd name="connsiteX20" fmla="*/ 1858794 w 3115106"/>
                  <a:gd name="connsiteY20" fmla="*/ 917969 h 1839666"/>
                  <a:gd name="connsiteX21" fmla="*/ 2000779 w 3115106"/>
                  <a:gd name="connsiteY21" fmla="*/ 733940 h 1839666"/>
                  <a:gd name="connsiteX22" fmla="*/ 2130357 w 3115106"/>
                  <a:gd name="connsiteY22" fmla="*/ 504421 h 1839666"/>
                  <a:gd name="connsiteX23" fmla="*/ 2348504 w 3115106"/>
                  <a:gd name="connsiteY23" fmla="*/ 47451 h 1839666"/>
                  <a:gd name="connsiteX24" fmla="*/ 2596288 w 3115106"/>
                  <a:gd name="connsiteY24" fmla="*/ 48829 h 1839666"/>
                  <a:gd name="connsiteX25" fmla="*/ 2816847 w 3115106"/>
                  <a:gd name="connsiteY25" fmla="*/ 191159 h 1839666"/>
                  <a:gd name="connsiteX26" fmla="*/ 2982610 w 3115106"/>
                  <a:gd name="connsiteY26" fmla="*/ 373120 h 1839666"/>
                  <a:gd name="connsiteX27" fmla="*/ 3055670 w 3115106"/>
                  <a:gd name="connsiteY27" fmla="*/ 472716 h 1839666"/>
                  <a:gd name="connsiteX28" fmla="*/ 3114256 w 3115106"/>
                  <a:gd name="connsiteY28" fmla="*/ 568866 h 1839666"/>
                  <a:gd name="connsiteX29" fmla="*/ 3036716 w 3115106"/>
                  <a:gd name="connsiteY29" fmla="*/ 678456 h 1839666"/>
                  <a:gd name="connsiteX30" fmla="*/ 2945391 w 3115106"/>
                  <a:gd name="connsiteY30" fmla="*/ 809068 h 1839666"/>
                  <a:gd name="connsiteX31" fmla="*/ 2736205 w 3115106"/>
                  <a:gd name="connsiteY31" fmla="*/ 1117506 h 1839666"/>
                  <a:gd name="connsiteX32" fmla="*/ 2525640 w 3115106"/>
                  <a:gd name="connsiteY32" fmla="*/ 1490044 h 1839666"/>
                  <a:gd name="connsiteX33" fmla="*/ 2520815 w 3115106"/>
                  <a:gd name="connsiteY33" fmla="*/ 1502795 h 1839666"/>
                  <a:gd name="connsiteX0" fmla="*/ 2541382 w 3135673"/>
                  <a:gd name="connsiteY0" fmla="*/ 1502795 h 1956076"/>
                  <a:gd name="connsiteX1" fmla="*/ 2427312 w 3135673"/>
                  <a:gd name="connsiteY1" fmla="*/ 1713704 h 1956076"/>
                  <a:gd name="connsiteX2" fmla="*/ 2353218 w 3135673"/>
                  <a:gd name="connsiteY2" fmla="*/ 1819504 h 1956076"/>
                  <a:gd name="connsiteX3" fmla="*/ 2235702 w 3135673"/>
                  <a:gd name="connsiteY3" fmla="*/ 1836735 h 1956076"/>
                  <a:gd name="connsiteX4" fmla="*/ 1662593 w 3135673"/>
                  <a:gd name="connsiteY4" fmla="*/ 1836735 h 1956076"/>
                  <a:gd name="connsiteX5" fmla="*/ 516032 w 3135673"/>
                  <a:gd name="connsiteY5" fmla="*/ 1836735 h 1956076"/>
                  <a:gd name="connsiteX6" fmla="*/ 45966 w 3135673"/>
                  <a:gd name="connsiteY6" fmla="*/ 1836735 h 1956076"/>
                  <a:gd name="connsiteX7" fmla="*/ 27356 w 3135673"/>
                  <a:gd name="connsiteY7" fmla="*/ 225621 h 1956076"/>
                  <a:gd name="connsiteX8" fmla="*/ 130743 w 3135673"/>
                  <a:gd name="connsiteY8" fmla="*/ 212181 h 1956076"/>
                  <a:gd name="connsiteX9" fmla="*/ 207594 w 3135673"/>
                  <a:gd name="connsiteY9" fmla="*/ 200119 h 1956076"/>
                  <a:gd name="connsiteX10" fmla="*/ 355438 w 3135673"/>
                  <a:gd name="connsiteY10" fmla="*/ 279727 h 1956076"/>
                  <a:gd name="connsiteX11" fmla="*/ 405753 w 3135673"/>
                  <a:gd name="connsiteY11" fmla="*/ 340381 h 1956076"/>
                  <a:gd name="connsiteX12" fmla="*/ 518444 w 3135673"/>
                  <a:gd name="connsiteY12" fmla="*/ 477541 h 1956076"/>
                  <a:gd name="connsiteX13" fmla="*/ 535331 w 3135673"/>
                  <a:gd name="connsiteY13" fmla="*/ 548878 h 1956076"/>
                  <a:gd name="connsiteX14" fmla="*/ 593572 w 3135673"/>
                  <a:gd name="connsiteY14" fmla="*/ 583340 h 1956076"/>
                  <a:gd name="connsiteX15" fmla="*/ 691790 w 3135673"/>
                  <a:gd name="connsiteY15" fmla="*/ 640203 h 1956076"/>
                  <a:gd name="connsiteX16" fmla="*/ 1093965 w 3135673"/>
                  <a:gd name="connsiteY16" fmla="*/ 834915 h 1956076"/>
                  <a:gd name="connsiteX17" fmla="*/ 1441001 w 3135673"/>
                  <a:gd name="connsiteY17" fmla="*/ 916591 h 1956076"/>
                  <a:gd name="connsiteX18" fmla="*/ 1786658 w 3135673"/>
                  <a:gd name="connsiteY18" fmla="*/ 954499 h 1956076"/>
                  <a:gd name="connsiteX19" fmla="*/ 1879361 w 3135673"/>
                  <a:gd name="connsiteY19" fmla="*/ 917969 h 1956076"/>
                  <a:gd name="connsiteX20" fmla="*/ 2021346 w 3135673"/>
                  <a:gd name="connsiteY20" fmla="*/ 733940 h 1956076"/>
                  <a:gd name="connsiteX21" fmla="*/ 2150924 w 3135673"/>
                  <a:gd name="connsiteY21" fmla="*/ 504421 h 1956076"/>
                  <a:gd name="connsiteX22" fmla="*/ 2369071 w 3135673"/>
                  <a:gd name="connsiteY22" fmla="*/ 47451 h 1956076"/>
                  <a:gd name="connsiteX23" fmla="*/ 2616855 w 3135673"/>
                  <a:gd name="connsiteY23" fmla="*/ 48829 h 1956076"/>
                  <a:gd name="connsiteX24" fmla="*/ 2837414 w 3135673"/>
                  <a:gd name="connsiteY24" fmla="*/ 191159 h 1956076"/>
                  <a:gd name="connsiteX25" fmla="*/ 3003177 w 3135673"/>
                  <a:gd name="connsiteY25" fmla="*/ 373120 h 1956076"/>
                  <a:gd name="connsiteX26" fmla="*/ 3076237 w 3135673"/>
                  <a:gd name="connsiteY26" fmla="*/ 472716 h 1956076"/>
                  <a:gd name="connsiteX27" fmla="*/ 3134823 w 3135673"/>
                  <a:gd name="connsiteY27" fmla="*/ 568866 h 1956076"/>
                  <a:gd name="connsiteX28" fmla="*/ 3057283 w 3135673"/>
                  <a:gd name="connsiteY28" fmla="*/ 678456 h 1956076"/>
                  <a:gd name="connsiteX29" fmla="*/ 2965958 w 3135673"/>
                  <a:gd name="connsiteY29" fmla="*/ 809068 h 1956076"/>
                  <a:gd name="connsiteX30" fmla="*/ 2756772 w 3135673"/>
                  <a:gd name="connsiteY30" fmla="*/ 1117506 h 1956076"/>
                  <a:gd name="connsiteX31" fmla="*/ 2546207 w 3135673"/>
                  <a:gd name="connsiteY31" fmla="*/ 1490044 h 1956076"/>
                  <a:gd name="connsiteX32" fmla="*/ 2541382 w 3135673"/>
                  <a:gd name="connsiteY32" fmla="*/ 1502795 h 195607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749608 w 3222688"/>
                  <a:gd name="connsiteY4" fmla="*/ 1836735 h 1839666"/>
                  <a:gd name="connsiteX5" fmla="*/ 603047 w 3222688"/>
                  <a:gd name="connsiteY5" fmla="*/ 1836735 h 1839666"/>
                  <a:gd name="connsiteX6" fmla="*/ 132981 w 3222688"/>
                  <a:gd name="connsiteY6" fmla="*/ 1836735 h 1839666"/>
                  <a:gd name="connsiteX7" fmla="*/ 114371 w 3222688"/>
                  <a:gd name="connsiteY7" fmla="*/ 225621 h 1839666"/>
                  <a:gd name="connsiteX8" fmla="*/ 217758 w 3222688"/>
                  <a:gd name="connsiteY8" fmla="*/ 212181 h 1839666"/>
                  <a:gd name="connsiteX9" fmla="*/ 294609 w 3222688"/>
                  <a:gd name="connsiteY9" fmla="*/ 200119 h 1839666"/>
                  <a:gd name="connsiteX10" fmla="*/ 442453 w 3222688"/>
                  <a:gd name="connsiteY10" fmla="*/ 279727 h 1839666"/>
                  <a:gd name="connsiteX11" fmla="*/ 492768 w 3222688"/>
                  <a:gd name="connsiteY11" fmla="*/ 340381 h 1839666"/>
                  <a:gd name="connsiteX12" fmla="*/ 605459 w 3222688"/>
                  <a:gd name="connsiteY12" fmla="*/ 477541 h 1839666"/>
                  <a:gd name="connsiteX13" fmla="*/ 622346 w 3222688"/>
                  <a:gd name="connsiteY13" fmla="*/ 548878 h 1839666"/>
                  <a:gd name="connsiteX14" fmla="*/ 680587 w 3222688"/>
                  <a:gd name="connsiteY14" fmla="*/ 583340 h 1839666"/>
                  <a:gd name="connsiteX15" fmla="*/ 778805 w 3222688"/>
                  <a:gd name="connsiteY15" fmla="*/ 640203 h 1839666"/>
                  <a:gd name="connsiteX16" fmla="*/ 1180980 w 3222688"/>
                  <a:gd name="connsiteY16" fmla="*/ 834915 h 1839666"/>
                  <a:gd name="connsiteX17" fmla="*/ 1528016 w 3222688"/>
                  <a:gd name="connsiteY17" fmla="*/ 916591 h 1839666"/>
                  <a:gd name="connsiteX18" fmla="*/ 1873673 w 3222688"/>
                  <a:gd name="connsiteY18" fmla="*/ 954499 h 1839666"/>
                  <a:gd name="connsiteX19" fmla="*/ 1966376 w 3222688"/>
                  <a:gd name="connsiteY19" fmla="*/ 917969 h 1839666"/>
                  <a:gd name="connsiteX20" fmla="*/ 2108361 w 3222688"/>
                  <a:gd name="connsiteY20" fmla="*/ 733940 h 1839666"/>
                  <a:gd name="connsiteX21" fmla="*/ 2237939 w 3222688"/>
                  <a:gd name="connsiteY21" fmla="*/ 504421 h 1839666"/>
                  <a:gd name="connsiteX22" fmla="*/ 2456086 w 3222688"/>
                  <a:gd name="connsiteY22" fmla="*/ 47451 h 1839666"/>
                  <a:gd name="connsiteX23" fmla="*/ 2703870 w 3222688"/>
                  <a:gd name="connsiteY23" fmla="*/ 48829 h 1839666"/>
                  <a:gd name="connsiteX24" fmla="*/ 2924429 w 3222688"/>
                  <a:gd name="connsiteY24" fmla="*/ 191159 h 1839666"/>
                  <a:gd name="connsiteX25" fmla="*/ 3090192 w 3222688"/>
                  <a:gd name="connsiteY25" fmla="*/ 373120 h 1839666"/>
                  <a:gd name="connsiteX26" fmla="*/ 3163252 w 3222688"/>
                  <a:gd name="connsiteY26" fmla="*/ 472716 h 1839666"/>
                  <a:gd name="connsiteX27" fmla="*/ 3221838 w 3222688"/>
                  <a:gd name="connsiteY27" fmla="*/ 568866 h 1839666"/>
                  <a:gd name="connsiteX28" fmla="*/ 3144298 w 3222688"/>
                  <a:gd name="connsiteY28" fmla="*/ 678456 h 1839666"/>
                  <a:gd name="connsiteX29" fmla="*/ 3052973 w 3222688"/>
                  <a:gd name="connsiteY29" fmla="*/ 809068 h 1839666"/>
                  <a:gd name="connsiteX30" fmla="*/ 2843787 w 3222688"/>
                  <a:gd name="connsiteY30" fmla="*/ 1117506 h 1839666"/>
                  <a:gd name="connsiteX31" fmla="*/ 2633222 w 3222688"/>
                  <a:gd name="connsiteY31" fmla="*/ 1490044 h 1839666"/>
                  <a:gd name="connsiteX32" fmla="*/ 2628397 w 3222688"/>
                  <a:gd name="connsiteY32" fmla="*/ 1502795 h 183966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749608 w 3222688"/>
                  <a:gd name="connsiteY4" fmla="*/ 1836735 h 1839666"/>
                  <a:gd name="connsiteX5" fmla="*/ 132981 w 3222688"/>
                  <a:gd name="connsiteY5" fmla="*/ 1836735 h 1839666"/>
                  <a:gd name="connsiteX6" fmla="*/ 114371 w 3222688"/>
                  <a:gd name="connsiteY6" fmla="*/ 225621 h 1839666"/>
                  <a:gd name="connsiteX7" fmla="*/ 217758 w 3222688"/>
                  <a:gd name="connsiteY7" fmla="*/ 212181 h 1839666"/>
                  <a:gd name="connsiteX8" fmla="*/ 294609 w 3222688"/>
                  <a:gd name="connsiteY8" fmla="*/ 200119 h 1839666"/>
                  <a:gd name="connsiteX9" fmla="*/ 442453 w 3222688"/>
                  <a:gd name="connsiteY9" fmla="*/ 279727 h 1839666"/>
                  <a:gd name="connsiteX10" fmla="*/ 492768 w 3222688"/>
                  <a:gd name="connsiteY10" fmla="*/ 340381 h 1839666"/>
                  <a:gd name="connsiteX11" fmla="*/ 605459 w 3222688"/>
                  <a:gd name="connsiteY11" fmla="*/ 477541 h 1839666"/>
                  <a:gd name="connsiteX12" fmla="*/ 622346 w 3222688"/>
                  <a:gd name="connsiteY12" fmla="*/ 548878 h 1839666"/>
                  <a:gd name="connsiteX13" fmla="*/ 680587 w 3222688"/>
                  <a:gd name="connsiteY13" fmla="*/ 583340 h 1839666"/>
                  <a:gd name="connsiteX14" fmla="*/ 778805 w 3222688"/>
                  <a:gd name="connsiteY14" fmla="*/ 640203 h 1839666"/>
                  <a:gd name="connsiteX15" fmla="*/ 1180980 w 3222688"/>
                  <a:gd name="connsiteY15" fmla="*/ 834915 h 1839666"/>
                  <a:gd name="connsiteX16" fmla="*/ 1528016 w 3222688"/>
                  <a:gd name="connsiteY16" fmla="*/ 916591 h 1839666"/>
                  <a:gd name="connsiteX17" fmla="*/ 1873673 w 3222688"/>
                  <a:gd name="connsiteY17" fmla="*/ 954499 h 1839666"/>
                  <a:gd name="connsiteX18" fmla="*/ 1966376 w 3222688"/>
                  <a:gd name="connsiteY18" fmla="*/ 917969 h 1839666"/>
                  <a:gd name="connsiteX19" fmla="*/ 2108361 w 3222688"/>
                  <a:gd name="connsiteY19" fmla="*/ 733940 h 1839666"/>
                  <a:gd name="connsiteX20" fmla="*/ 2237939 w 3222688"/>
                  <a:gd name="connsiteY20" fmla="*/ 504421 h 1839666"/>
                  <a:gd name="connsiteX21" fmla="*/ 2456086 w 3222688"/>
                  <a:gd name="connsiteY21" fmla="*/ 47451 h 1839666"/>
                  <a:gd name="connsiteX22" fmla="*/ 2703870 w 3222688"/>
                  <a:gd name="connsiteY22" fmla="*/ 48829 h 1839666"/>
                  <a:gd name="connsiteX23" fmla="*/ 2924429 w 3222688"/>
                  <a:gd name="connsiteY23" fmla="*/ 191159 h 1839666"/>
                  <a:gd name="connsiteX24" fmla="*/ 3090192 w 3222688"/>
                  <a:gd name="connsiteY24" fmla="*/ 373120 h 1839666"/>
                  <a:gd name="connsiteX25" fmla="*/ 3163252 w 3222688"/>
                  <a:gd name="connsiteY25" fmla="*/ 472716 h 1839666"/>
                  <a:gd name="connsiteX26" fmla="*/ 3221838 w 3222688"/>
                  <a:gd name="connsiteY26" fmla="*/ 568866 h 1839666"/>
                  <a:gd name="connsiteX27" fmla="*/ 3144298 w 3222688"/>
                  <a:gd name="connsiteY27" fmla="*/ 678456 h 1839666"/>
                  <a:gd name="connsiteX28" fmla="*/ 3052973 w 3222688"/>
                  <a:gd name="connsiteY28" fmla="*/ 809068 h 1839666"/>
                  <a:gd name="connsiteX29" fmla="*/ 2843787 w 3222688"/>
                  <a:gd name="connsiteY29" fmla="*/ 1117506 h 1839666"/>
                  <a:gd name="connsiteX30" fmla="*/ 2633222 w 3222688"/>
                  <a:gd name="connsiteY30" fmla="*/ 1490044 h 1839666"/>
                  <a:gd name="connsiteX31" fmla="*/ 2628397 w 3222688"/>
                  <a:gd name="connsiteY31" fmla="*/ 1502795 h 1839666"/>
                  <a:gd name="connsiteX0" fmla="*/ 2628397 w 3222688"/>
                  <a:gd name="connsiteY0" fmla="*/ 1502795 h 1839666"/>
                  <a:gd name="connsiteX1" fmla="*/ 2514327 w 3222688"/>
                  <a:gd name="connsiteY1" fmla="*/ 1713704 h 1839666"/>
                  <a:gd name="connsiteX2" fmla="*/ 2440233 w 3222688"/>
                  <a:gd name="connsiteY2" fmla="*/ 1819504 h 1839666"/>
                  <a:gd name="connsiteX3" fmla="*/ 2322717 w 3222688"/>
                  <a:gd name="connsiteY3" fmla="*/ 1836735 h 1839666"/>
                  <a:gd name="connsiteX4" fmla="*/ 132981 w 3222688"/>
                  <a:gd name="connsiteY4" fmla="*/ 1836735 h 1839666"/>
                  <a:gd name="connsiteX5" fmla="*/ 114371 w 3222688"/>
                  <a:gd name="connsiteY5" fmla="*/ 225621 h 1839666"/>
                  <a:gd name="connsiteX6" fmla="*/ 217758 w 3222688"/>
                  <a:gd name="connsiteY6" fmla="*/ 212181 h 1839666"/>
                  <a:gd name="connsiteX7" fmla="*/ 294609 w 3222688"/>
                  <a:gd name="connsiteY7" fmla="*/ 200119 h 1839666"/>
                  <a:gd name="connsiteX8" fmla="*/ 442453 w 3222688"/>
                  <a:gd name="connsiteY8" fmla="*/ 279727 h 1839666"/>
                  <a:gd name="connsiteX9" fmla="*/ 492768 w 3222688"/>
                  <a:gd name="connsiteY9" fmla="*/ 340381 h 1839666"/>
                  <a:gd name="connsiteX10" fmla="*/ 605459 w 3222688"/>
                  <a:gd name="connsiteY10" fmla="*/ 477541 h 1839666"/>
                  <a:gd name="connsiteX11" fmla="*/ 622346 w 3222688"/>
                  <a:gd name="connsiteY11" fmla="*/ 548878 h 1839666"/>
                  <a:gd name="connsiteX12" fmla="*/ 680587 w 3222688"/>
                  <a:gd name="connsiteY12" fmla="*/ 583340 h 1839666"/>
                  <a:gd name="connsiteX13" fmla="*/ 778805 w 3222688"/>
                  <a:gd name="connsiteY13" fmla="*/ 640203 h 1839666"/>
                  <a:gd name="connsiteX14" fmla="*/ 1180980 w 3222688"/>
                  <a:gd name="connsiteY14" fmla="*/ 834915 h 1839666"/>
                  <a:gd name="connsiteX15" fmla="*/ 1528016 w 3222688"/>
                  <a:gd name="connsiteY15" fmla="*/ 916591 h 1839666"/>
                  <a:gd name="connsiteX16" fmla="*/ 1873673 w 3222688"/>
                  <a:gd name="connsiteY16" fmla="*/ 954499 h 1839666"/>
                  <a:gd name="connsiteX17" fmla="*/ 1966376 w 3222688"/>
                  <a:gd name="connsiteY17" fmla="*/ 917969 h 1839666"/>
                  <a:gd name="connsiteX18" fmla="*/ 2108361 w 3222688"/>
                  <a:gd name="connsiteY18" fmla="*/ 733940 h 1839666"/>
                  <a:gd name="connsiteX19" fmla="*/ 2237939 w 3222688"/>
                  <a:gd name="connsiteY19" fmla="*/ 504421 h 1839666"/>
                  <a:gd name="connsiteX20" fmla="*/ 2456086 w 3222688"/>
                  <a:gd name="connsiteY20" fmla="*/ 47451 h 1839666"/>
                  <a:gd name="connsiteX21" fmla="*/ 2703870 w 3222688"/>
                  <a:gd name="connsiteY21" fmla="*/ 48829 h 1839666"/>
                  <a:gd name="connsiteX22" fmla="*/ 2924429 w 3222688"/>
                  <a:gd name="connsiteY22" fmla="*/ 191159 h 1839666"/>
                  <a:gd name="connsiteX23" fmla="*/ 3090192 w 3222688"/>
                  <a:gd name="connsiteY23" fmla="*/ 373120 h 1839666"/>
                  <a:gd name="connsiteX24" fmla="*/ 3163252 w 3222688"/>
                  <a:gd name="connsiteY24" fmla="*/ 472716 h 1839666"/>
                  <a:gd name="connsiteX25" fmla="*/ 3221838 w 3222688"/>
                  <a:gd name="connsiteY25" fmla="*/ 568866 h 1839666"/>
                  <a:gd name="connsiteX26" fmla="*/ 3144298 w 3222688"/>
                  <a:gd name="connsiteY26" fmla="*/ 678456 h 1839666"/>
                  <a:gd name="connsiteX27" fmla="*/ 3052973 w 3222688"/>
                  <a:gd name="connsiteY27" fmla="*/ 809068 h 1839666"/>
                  <a:gd name="connsiteX28" fmla="*/ 2843787 w 3222688"/>
                  <a:gd name="connsiteY28" fmla="*/ 1117506 h 1839666"/>
                  <a:gd name="connsiteX29" fmla="*/ 2633222 w 3222688"/>
                  <a:gd name="connsiteY29" fmla="*/ 1490044 h 1839666"/>
                  <a:gd name="connsiteX30" fmla="*/ 2628397 w 3222688"/>
                  <a:gd name="connsiteY30" fmla="*/ 1502795 h 1839666"/>
                  <a:gd name="connsiteX0" fmla="*/ 2517016 w 3111307"/>
                  <a:gd name="connsiteY0" fmla="*/ 1502795 h 1839666"/>
                  <a:gd name="connsiteX1" fmla="*/ 2402946 w 3111307"/>
                  <a:gd name="connsiteY1" fmla="*/ 1713704 h 1839666"/>
                  <a:gd name="connsiteX2" fmla="*/ 2328852 w 3111307"/>
                  <a:gd name="connsiteY2" fmla="*/ 1819504 h 1839666"/>
                  <a:gd name="connsiteX3" fmla="*/ 2211336 w 3111307"/>
                  <a:gd name="connsiteY3" fmla="*/ 1836735 h 1839666"/>
                  <a:gd name="connsiteX4" fmla="*/ 21600 w 3111307"/>
                  <a:gd name="connsiteY4" fmla="*/ 1836735 h 1839666"/>
                  <a:gd name="connsiteX5" fmla="*/ 2990 w 3111307"/>
                  <a:gd name="connsiteY5" fmla="*/ 225621 h 1839666"/>
                  <a:gd name="connsiteX6" fmla="*/ 106377 w 3111307"/>
                  <a:gd name="connsiteY6" fmla="*/ 212181 h 1839666"/>
                  <a:gd name="connsiteX7" fmla="*/ 183228 w 3111307"/>
                  <a:gd name="connsiteY7" fmla="*/ 200119 h 1839666"/>
                  <a:gd name="connsiteX8" fmla="*/ 331072 w 3111307"/>
                  <a:gd name="connsiteY8" fmla="*/ 279727 h 1839666"/>
                  <a:gd name="connsiteX9" fmla="*/ 381387 w 3111307"/>
                  <a:gd name="connsiteY9" fmla="*/ 340381 h 1839666"/>
                  <a:gd name="connsiteX10" fmla="*/ 494078 w 3111307"/>
                  <a:gd name="connsiteY10" fmla="*/ 477541 h 1839666"/>
                  <a:gd name="connsiteX11" fmla="*/ 510965 w 3111307"/>
                  <a:gd name="connsiteY11" fmla="*/ 548878 h 1839666"/>
                  <a:gd name="connsiteX12" fmla="*/ 569206 w 3111307"/>
                  <a:gd name="connsiteY12" fmla="*/ 583340 h 1839666"/>
                  <a:gd name="connsiteX13" fmla="*/ 667424 w 3111307"/>
                  <a:gd name="connsiteY13" fmla="*/ 640203 h 1839666"/>
                  <a:gd name="connsiteX14" fmla="*/ 1069599 w 3111307"/>
                  <a:gd name="connsiteY14" fmla="*/ 834915 h 1839666"/>
                  <a:gd name="connsiteX15" fmla="*/ 1416635 w 3111307"/>
                  <a:gd name="connsiteY15" fmla="*/ 916591 h 1839666"/>
                  <a:gd name="connsiteX16" fmla="*/ 1762292 w 3111307"/>
                  <a:gd name="connsiteY16" fmla="*/ 954499 h 1839666"/>
                  <a:gd name="connsiteX17" fmla="*/ 1854995 w 3111307"/>
                  <a:gd name="connsiteY17" fmla="*/ 917969 h 1839666"/>
                  <a:gd name="connsiteX18" fmla="*/ 1996980 w 3111307"/>
                  <a:gd name="connsiteY18" fmla="*/ 733940 h 1839666"/>
                  <a:gd name="connsiteX19" fmla="*/ 2126558 w 3111307"/>
                  <a:gd name="connsiteY19" fmla="*/ 504421 h 1839666"/>
                  <a:gd name="connsiteX20" fmla="*/ 2344705 w 3111307"/>
                  <a:gd name="connsiteY20" fmla="*/ 47451 h 1839666"/>
                  <a:gd name="connsiteX21" fmla="*/ 2592489 w 3111307"/>
                  <a:gd name="connsiteY21" fmla="*/ 48829 h 1839666"/>
                  <a:gd name="connsiteX22" fmla="*/ 2813048 w 3111307"/>
                  <a:gd name="connsiteY22" fmla="*/ 191159 h 1839666"/>
                  <a:gd name="connsiteX23" fmla="*/ 2978811 w 3111307"/>
                  <a:gd name="connsiteY23" fmla="*/ 373120 h 1839666"/>
                  <a:gd name="connsiteX24" fmla="*/ 3051871 w 3111307"/>
                  <a:gd name="connsiteY24" fmla="*/ 472716 h 1839666"/>
                  <a:gd name="connsiteX25" fmla="*/ 3110457 w 3111307"/>
                  <a:gd name="connsiteY25" fmla="*/ 568866 h 1839666"/>
                  <a:gd name="connsiteX26" fmla="*/ 3032917 w 3111307"/>
                  <a:gd name="connsiteY26" fmla="*/ 678456 h 1839666"/>
                  <a:gd name="connsiteX27" fmla="*/ 2941592 w 3111307"/>
                  <a:gd name="connsiteY27" fmla="*/ 809068 h 1839666"/>
                  <a:gd name="connsiteX28" fmla="*/ 2732406 w 3111307"/>
                  <a:gd name="connsiteY28" fmla="*/ 1117506 h 1839666"/>
                  <a:gd name="connsiteX29" fmla="*/ 2521841 w 3111307"/>
                  <a:gd name="connsiteY29" fmla="*/ 1490044 h 1839666"/>
                  <a:gd name="connsiteX30" fmla="*/ 2517016 w 3111307"/>
                  <a:gd name="connsiteY30" fmla="*/ 1502795 h 1839666"/>
                  <a:gd name="connsiteX0" fmla="*/ 2518960 w 3113251"/>
                  <a:gd name="connsiteY0" fmla="*/ 1502795 h 1839666"/>
                  <a:gd name="connsiteX1" fmla="*/ 2404890 w 3113251"/>
                  <a:gd name="connsiteY1" fmla="*/ 1713704 h 1839666"/>
                  <a:gd name="connsiteX2" fmla="*/ 2330796 w 3113251"/>
                  <a:gd name="connsiteY2" fmla="*/ 1819504 h 1839666"/>
                  <a:gd name="connsiteX3" fmla="*/ 2213280 w 3113251"/>
                  <a:gd name="connsiteY3" fmla="*/ 1836735 h 1839666"/>
                  <a:gd name="connsiteX4" fmla="*/ 23544 w 3113251"/>
                  <a:gd name="connsiteY4" fmla="*/ 1836735 h 1839666"/>
                  <a:gd name="connsiteX5" fmla="*/ 4934 w 3113251"/>
                  <a:gd name="connsiteY5" fmla="*/ 225621 h 1839666"/>
                  <a:gd name="connsiteX6" fmla="*/ 108321 w 3113251"/>
                  <a:gd name="connsiteY6" fmla="*/ 212181 h 1839666"/>
                  <a:gd name="connsiteX7" fmla="*/ 185172 w 3113251"/>
                  <a:gd name="connsiteY7" fmla="*/ 200119 h 1839666"/>
                  <a:gd name="connsiteX8" fmla="*/ 333016 w 3113251"/>
                  <a:gd name="connsiteY8" fmla="*/ 279727 h 1839666"/>
                  <a:gd name="connsiteX9" fmla="*/ 383331 w 3113251"/>
                  <a:gd name="connsiteY9" fmla="*/ 340381 h 1839666"/>
                  <a:gd name="connsiteX10" fmla="*/ 496022 w 3113251"/>
                  <a:gd name="connsiteY10" fmla="*/ 477541 h 1839666"/>
                  <a:gd name="connsiteX11" fmla="*/ 512909 w 3113251"/>
                  <a:gd name="connsiteY11" fmla="*/ 548878 h 1839666"/>
                  <a:gd name="connsiteX12" fmla="*/ 571150 w 3113251"/>
                  <a:gd name="connsiteY12" fmla="*/ 583340 h 1839666"/>
                  <a:gd name="connsiteX13" fmla="*/ 669368 w 3113251"/>
                  <a:gd name="connsiteY13" fmla="*/ 640203 h 1839666"/>
                  <a:gd name="connsiteX14" fmla="*/ 1071543 w 3113251"/>
                  <a:gd name="connsiteY14" fmla="*/ 834915 h 1839666"/>
                  <a:gd name="connsiteX15" fmla="*/ 1418579 w 3113251"/>
                  <a:gd name="connsiteY15" fmla="*/ 916591 h 1839666"/>
                  <a:gd name="connsiteX16" fmla="*/ 1764236 w 3113251"/>
                  <a:gd name="connsiteY16" fmla="*/ 954499 h 1839666"/>
                  <a:gd name="connsiteX17" fmla="*/ 1856939 w 3113251"/>
                  <a:gd name="connsiteY17" fmla="*/ 917969 h 1839666"/>
                  <a:gd name="connsiteX18" fmla="*/ 1998924 w 3113251"/>
                  <a:gd name="connsiteY18" fmla="*/ 733940 h 1839666"/>
                  <a:gd name="connsiteX19" fmla="*/ 2128502 w 3113251"/>
                  <a:gd name="connsiteY19" fmla="*/ 504421 h 1839666"/>
                  <a:gd name="connsiteX20" fmla="*/ 2346649 w 3113251"/>
                  <a:gd name="connsiteY20" fmla="*/ 47451 h 1839666"/>
                  <a:gd name="connsiteX21" fmla="*/ 2594433 w 3113251"/>
                  <a:gd name="connsiteY21" fmla="*/ 48829 h 1839666"/>
                  <a:gd name="connsiteX22" fmla="*/ 2814992 w 3113251"/>
                  <a:gd name="connsiteY22" fmla="*/ 191159 h 1839666"/>
                  <a:gd name="connsiteX23" fmla="*/ 2980755 w 3113251"/>
                  <a:gd name="connsiteY23" fmla="*/ 373120 h 1839666"/>
                  <a:gd name="connsiteX24" fmla="*/ 3053815 w 3113251"/>
                  <a:gd name="connsiteY24" fmla="*/ 472716 h 1839666"/>
                  <a:gd name="connsiteX25" fmla="*/ 3112401 w 3113251"/>
                  <a:gd name="connsiteY25" fmla="*/ 568866 h 1839666"/>
                  <a:gd name="connsiteX26" fmla="*/ 3034861 w 3113251"/>
                  <a:gd name="connsiteY26" fmla="*/ 678456 h 1839666"/>
                  <a:gd name="connsiteX27" fmla="*/ 2943536 w 3113251"/>
                  <a:gd name="connsiteY27" fmla="*/ 809068 h 1839666"/>
                  <a:gd name="connsiteX28" fmla="*/ 2734350 w 3113251"/>
                  <a:gd name="connsiteY28" fmla="*/ 1117506 h 1839666"/>
                  <a:gd name="connsiteX29" fmla="*/ 2523785 w 3113251"/>
                  <a:gd name="connsiteY29" fmla="*/ 1490044 h 1839666"/>
                  <a:gd name="connsiteX30" fmla="*/ 2518960 w 3113251"/>
                  <a:gd name="connsiteY30" fmla="*/ 1502795 h 1839666"/>
                  <a:gd name="connsiteX0" fmla="*/ 2516088 w 3110379"/>
                  <a:gd name="connsiteY0" fmla="*/ 1502795 h 1844494"/>
                  <a:gd name="connsiteX1" fmla="*/ 2402018 w 3110379"/>
                  <a:gd name="connsiteY1" fmla="*/ 1713704 h 1844494"/>
                  <a:gd name="connsiteX2" fmla="*/ 2327924 w 3110379"/>
                  <a:gd name="connsiteY2" fmla="*/ 1819504 h 1844494"/>
                  <a:gd name="connsiteX3" fmla="*/ 2210408 w 3110379"/>
                  <a:gd name="connsiteY3" fmla="*/ 1836735 h 1844494"/>
                  <a:gd name="connsiteX4" fmla="*/ 63945 w 3110379"/>
                  <a:gd name="connsiteY4" fmla="*/ 1750188 h 1844494"/>
                  <a:gd name="connsiteX5" fmla="*/ 2062 w 3110379"/>
                  <a:gd name="connsiteY5" fmla="*/ 225621 h 1844494"/>
                  <a:gd name="connsiteX6" fmla="*/ 105449 w 3110379"/>
                  <a:gd name="connsiteY6" fmla="*/ 212181 h 1844494"/>
                  <a:gd name="connsiteX7" fmla="*/ 182300 w 3110379"/>
                  <a:gd name="connsiteY7" fmla="*/ 200119 h 1844494"/>
                  <a:gd name="connsiteX8" fmla="*/ 330144 w 3110379"/>
                  <a:gd name="connsiteY8" fmla="*/ 279727 h 1844494"/>
                  <a:gd name="connsiteX9" fmla="*/ 380459 w 3110379"/>
                  <a:gd name="connsiteY9" fmla="*/ 340381 h 1844494"/>
                  <a:gd name="connsiteX10" fmla="*/ 493150 w 3110379"/>
                  <a:gd name="connsiteY10" fmla="*/ 477541 h 1844494"/>
                  <a:gd name="connsiteX11" fmla="*/ 510037 w 3110379"/>
                  <a:gd name="connsiteY11" fmla="*/ 548878 h 1844494"/>
                  <a:gd name="connsiteX12" fmla="*/ 568278 w 3110379"/>
                  <a:gd name="connsiteY12" fmla="*/ 583340 h 1844494"/>
                  <a:gd name="connsiteX13" fmla="*/ 666496 w 3110379"/>
                  <a:gd name="connsiteY13" fmla="*/ 640203 h 1844494"/>
                  <a:gd name="connsiteX14" fmla="*/ 1068671 w 3110379"/>
                  <a:gd name="connsiteY14" fmla="*/ 834915 h 1844494"/>
                  <a:gd name="connsiteX15" fmla="*/ 1415707 w 3110379"/>
                  <a:gd name="connsiteY15" fmla="*/ 916591 h 1844494"/>
                  <a:gd name="connsiteX16" fmla="*/ 1761364 w 3110379"/>
                  <a:gd name="connsiteY16" fmla="*/ 954499 h 1844494"/>
                  <a:gd name="connsiteX17" fmla="*/ 1854067 w 3110379"/>
                  <a:gd name="connsiteY17" fmla="*/ 917969 h 1844494"/>
                  <a:gd name="connsiteX18" fmla="*/ 1996052 w 3110379"/>
                  <a:gd name="connsiteY18" fmla="*/ 733940 h 1844494"/>
                  <a:gd name="connsiteX19" fmla="*/ 2125630 w 3110379"/>
                  <a:gd name="connsiteY19" fmla="*/ 504421 h 1844494"/>
                  <a:gd name="connsiteX20" fmla="*/ 2343777 w 3110379"/>
                  <a:gd name="connsiteY20" fmla="*/ 47451 h 1844494"/>
                  <a:gd name="connsiteX21" fmla="*/ 2591561 w 3110379"/>
                  <a:gd name="connsiteY21" fmla="*/ 48829 h 1844494"/>
                  <a:gd name="connsiteX22" fmla="*/ 2812120 w 3110379"/>
                  <a:gd name="connsiteY22" fmla="*/ 191159 h 1844494"/>
                  <a:gd name="connsiteX23" fmla="*/ 2977883 w 3110379"/>
                  <a:gd name="connsiteY23" fmla="*/ 373120 h 1844494"/>
                  <a:gd name="connsiteX24" fmla="*/ 3050943 w 3110379"/>
                  <a:gd name="connsiteY24" fmla="*/ 472716 h 1844494"/>
                  <a:gd name="connsiteX25" fmla="*/ 3109529 w 3110379"/>
                  <a:gd name="connsiteY25" fmla="*/ 568866 h 1844494"/>
                  <a:gd name="connsiteX26" fmla="*/ 3031989 w 3110379"/>
                  <a:gd name="connsiteY26" fmla="*/ 678456 h 1844494"/>
                  <a:gd name="connsiteX27" fmla="*/ 2940664 w 3110379"/>
                  <a:gd name="connsiteY27" fmla="*/ 809068 h 1844494"/>
                  <a:gd name="connsiteX28" fmla="*/ 2731478 w 3110379"/>
                  <a:gd name="connsiteY28" fmla="*/ 1117506 h 1844494"/>
                  <a:gd name="connsiteX29" fmla="*/ 2520913 w 3110379"/>
                  <a:gd name="connsiteY29" fmla="*/ 1490044 h 1844494"/>
                  <a:gd name="connsiteX30" fmla="*/ 2516088 w 3110379"/>
                  <a:gd name="connsiteY30" fmla="*/ 1502795 h 1844494"/>
                  <a:gd name="connsiteX0" fmla="*/ 2515903 w 3110194"/>
                  <a:gd name="connsiteY0" fmla="*/ 1502795 h 1838547"/>
                  <a:gd name="connsiteX1" fmla="*/ 2401833 w 3110194"/>
                  <a:gd name="connsiteY1" fmla="*/ 1713704 h 1838547"/>
                  <a:gd name="connsiteX2" fmla="*/ 2327739 w 3110194"/>
                  <a:gd name="connsiteY2" fmla="*/ 1819504 h 1838547"/>
                  <a:gd name="connsiteX3" fmla="*/ 2210223 w 3110194"/>
                  <a:gd name="connsiteY3" fmla="*/ 1836735 h 1838547"/>
                  <a:gd name="connsiteX4" fmla="*/ 70972 w 3110194"/>
                  <a:gd name="connsiteY4" fmla="*/ 1836735 h 1838547"/>
                  <a:gd name="connsiteX5" fmla="*/ 1877 w 3110194"/>
                  <a:gd name="connsiteY5" fmla="*/ 225621 h 1838547"/>
                  <a:gd name="connsiteX6" fmla="*/ 105264 w 3110194"/>
                  <a:gd name="connsiteY6" fmla="*/ 212181 h 1838547"/>
                  <a:gd name="connsiteX7" fmla="*/ 182115 w 3110194"/>
                  <a:gd name="connsiteY7" fmla="*/ 200119 h 1838547"/>
                  <a:gd name="connsiteX8" fmla="*/ 329959 w 3110194"/>
                  <a:gd name="connsiteY8" fmla="*/ 279727 h 1838547"/>
                  <a:gd name="connsiteX9" fmla="*/ 380274 w 3110194"/>
                  <a:gd name="connsiteY9" fmla="*/ 340381 h 1838547"/>
                  <a:gd name="connsiteX10" fmla="*/ 492965 w 3110194"/>
                  <a:gd name="connsiteY10" fmla="*/ 477541 h 1838547"/>
                  <a:gd name="connsiteX11" fmla="*/ 509852 w 3110194"/>
                  <a:gd name="connsiteY11" fmla="*/ 548878 h 1838547"/>
                  <a:gd name="connsiteX12" fmla="*/ 568093 w 3110194"/>
                  <a:gd name="connsiteY12" fmla="*/ 583340 h 1838547"/>
                  <a:gd name="connsiteX13" fmla="*/ 666311 w 3110194"/>
                  <a:gd name="connsiteY13" fmla="*/ 640203 h 1838547"/>
                  <a:gd name="connsiteX14" fmla="*/ 1068486 w 3110194"/>
                  <a:gd name="connsiteY14" fmla="*/ 834915 h 1838547"/>
                  <a:gd name="connsiteX15" fmla="*/ 1415522 w 3110194"/>
                  <a:gd name="connsiteY15" fmla="*/ 916591 h 1838547"/>
                  <a:gd name="connsiteX16" fmla="*/ 1761179 w 3110194"/>
                  <a:gd name="connsiteY16" fmla="*/ 954499 h 1838547"/>
                  <a:gd name="connsiteX17" fmla="*/ 1853882 w 3110194"/>
                  <a:gd name="connsiteY17" fmla="*/ 917969 h 1838547"/>
                  <a:gd name="connsiteX18" fmla="*/ 1995867 w 3110194"/>
                  <a:gd name="connsiteY18" fmla="*/ 733940 h 1838547"/>
                  <a:gd name="connsiteX19" fmla="*/ 2125445 w 3110194"/>
                  <a:gd name="connsiteY19" fmla="*/ 504421 h 1838547"/>
                  <a:gd name="connsiteX20" fmla="*/ 2343592 w 3110194"/>
                  <a:gd name="connsiteY20" fmla="*/ 47451 h 1838547"/>
                  <a:gd name="connsiteX21" fmla="*/ 2591376 w 3110194"/>
                  <a:gd name="connsiteY21" fmla="*/ 48829 h 1838547"/>
                  <a:gd name="connsiteX22" fmla="*/ 2811935 w 3110194"/>
                  <a:gd name="connsiteY22" fmla="*/ 191159 h 1838547"/>
                  <a:gd name="connsiteX23" fmla="*/ 2977698 w 3110194"/>
                  <a:gd name="connsiteY23" fmla="*/ 373120 h 1838547"/>
                  <a:gd name="connsiteX24" fmla="*/ 3050758 w 3110194"/>
                  <a:gd name="connsiteY24" fmla="*/ 472716 h 1838547"/>
                  <a:gd name="connsiteX25" fmla="*/ 3109344 w 3110194"/>
                  <a:gd name="connsiteY25" fmla="*/ 568866 h 1838547"/>
                  <a:gd name="connsiteX26" fmla="*/ 3031804 w 3110194"/>
                  <a:gd name="connsiteY26" fmla="*/ 678456 h 1838547"/>
                  <a:gd name="connsiteX27" fmla="*/ 2940479 w 3110194"/>
                  <a:gd name="connsiteY27" fmla="*/ 809068 h 1838547"/>
                  <a:gd name="connsiteX28" fmla="*/ 2731293 w 3110194"/>
                  <a:gd name="connsiteY28" fmla="*/ 1117506 h 1838547"/>
                  <a:gd name="connsiteX29" fmla="*/ 2520728 w 3110194"/>
                  <a:gd name="connsiteY29" fmla="*/ 1490044 h 1838547"/>
                  <a:gd name="connsiteX30" fmla="*/ 2515903 w 3110194"/>
                  <a:gd name="connsiteY30" fmla="*/ 1502795 h 1838547"/>
                  <a:gd name="connsiteX0" fmla="*/ 2515903 w 3110194"/>
                  <a:gd name="connsiteY0" fmla="*/ 1502795 h 1838547"/>
                  <a:gd name="connsiteX1" fmla="*/ 2401833 w 3110194"/>
                  <a:gd name="connsiteY1" fmla="*/ 1713704 h 1838547"/>
                  <a:gd name="connsiteX2" fmla="*/ 2327739 w 3110194"/>
                  <a:gd name="connsiteY2" fmla="*/ 1819504 h 1838547"/>
                  <a:gd name="connsiteX3" fmla="*/ 2210223 w 3110194"/>
                  <a:gd name="connsiteY3" fmla="*/ 1836735 h 1838547"/>
                  <a:gd name="connsiteX4" fmla="*/ 70972 w 3110194"/>
                  <a:gd name="connsiteY4" fmla="*/ 1836735 h 1838547"/>
                  <a:gd name="connsiteX5" fmla="*/ 1877 w 3110194"/>
                  <a:gd name="connsiteY5" fmla="*/ 225621 h 1838547"/>
                  <a:gd name="connsiteX6" fmla="*/ 105264 w 3110194"/>
                  <a:gd name="connsiteY6" fmla="*/ 212181 h 1838547"/>
                  <a:gd name="connsiteX7" fmla="*/ 182115 w 3110194"/>
                  <a:gd name="connsiteY7" fmla="*/ 200119 h 1838547"/>
                  <a:gd name="connsiteX8" fmla="*/ 329959 w 3110194"/>
                  <a:gd name="connsiteY8" fmla="*/ 279727 h 1838547"/>
                  <a:gd name="connsiteX9" fmla="*/ 380274 w 3110194"/>
                  <a:gd name="connsiteY9" fmla="*/ 340381 h 1838547"/>
                  <a:gd name="connsiteX10" fmla="*/ 492965 w 3110194"/>
                  <a:gd name="connsiteY10" fmla="*/ 477541 h 1838547"/>
                  <a:gd name="connsiteX11" fmla="*/ 509852 w 3110194"/>
                  <a:gd name="connsiteY11" fmla="*/ 548878 h 1838547"/>
                  <a:gd name="connsiteX12" fmla="*/ 568093 w 3110194"/>
                  <a:gd name="connsiteY12" fmla="*/ 583340 h 1838547"/>
                  <a:gd name="connsiteX13" fmla="*/ 666311 w 3110194"/>
                  <a:gd name="connsiteY13" fmla="*/ 640203 h 1838547"/>
                  <a:gd name="connsiteX14" fmla="*/ 1068486 w 3110194"/>
                  <a:gd name="connsiteY14" fmla="*/ 834915 h 1838547"/>
                  <a:gd name="connsiteX15" fmla="*/ 1415522 w 3110194"/>
                  <a:gd name="connsiteY15" fmla="*/ 916591 h 1838547"/>
                  <a:gd name="connsiteX16" fmla="*/ 1761179 w 3110194"/>
                  <a:gd name="connsiteY16" fmla="*/ 954499 h 1838547"/>
                  <a:gd name="connsiteX17" fmla="*/ 1853882 w 3110194"/>
                  <a:gd name="connsiteY17" fmla="*/ 917969 h 1838547"/>
                  <a:gd name="connsiteX18" fmla="*/ 1995867 w 3110194"/>
                  <a:gd name="connsiteY18" fmla="*/ 733940 h 1838547"/>
                  <a:gd name="connsiteX19" fmla="*/ 2125445 w 3110194"/>
                  <a:gd name="connsiteY19" fmla="*/ 504421 h 1838547"/>
                  <a:gd name="connsiteX20" fmla="*/ 2343592 w 3110194"/>
                  <a:gd name="connsiteY20" fmla="*/ 47451 h 1838547"/>
                  <a:gd name="connsiteX21" fmla="*/ 2591376 w 3110194"/>
                  <a:gd name="connsiteY21" fmla="*/ 48829 h 1838547"/>
                  <a:gd name="connsiteX22" fmla="*/ 2811935 w 3110194"/>
                  <a:gd name="connsiteY22" fmla="*/ 191159 h 1838547"/>
                  <a:gd name="connsiteX23" fmla="*/ 2977698 w 3110194"/>
                  <a:gd name="connsiteY23" fmla="*/ 373120 h 1838547"/>
                  <a:gd name="connsiteX24" fmla="*/ 3050758 w 3110194"/>
                  <a:gd name="connsiteY24" fmla="*/ 472716 h 1838547"/>
                  <a:gd name="connsiteX25" fmla="*/ 3109344 w 3110194"/>
                  <a:gd name="connsiteY25" fmla="*/ 568866 h 1838547"/>
                  <a:gd name="connsiteX26" fmla="*/ 3031804 w 3110194"/>
                  <a:gd name="connsiteY26" fmla="*/ 678456 h 1838547"/>
                  <a:gd name="connsiteX27" fmla="*/ 2940479 w 3110194"/>
                  <a:gd name="connsiteY27" fmla="*/ 809068 h 1838547"/>
                  <a:gd name="connsiteX28" fmla="*/ 2731293 w 3110194"/>
                  <a:gd name="connsiteY28" fmla="*/ 1117506 h 1838547"/>
                  <a:gd name="connsiteX29" fmla="*/ 2520728 w 3110194"/>
                  <a:gd name="connsiteY29" fmla="*/ 1490044 h 1838547"/>
                  <a:gd name="connsiteX30" fmla="*/ 2515903 w 3110194"/>
                  <a:gd name="connsiteY30" fmla="*/ 1502795 h 1838547"/>
                  <a:gd name="connsiteX0" fmla="*/ 2596247 w 3190538"/>
                  <a:gd name="connsiteY0" fmla="*/ 1502795 h 1838547"/>
                  <a:gd name="connsiteX1" fmla="*/ 2482177 w 3190538"/>
                  <a:gd name="connsiteY1" fmla="*/ 1713704 h 1838547"/>
                  <a:gd name="connsiteX2" fmla="*/ 2408083 w 3190538"/>
                  <a:gd name="connsiteY2" fmla="*/ 1819504 h 1838547"/>
                  <a:gd name="connsiteX3" fmla="*/ 2290567 w 3190538"/>
                  <a:gd name="connsiteY3" fmla="*/ 1836735 h 1838547"/>
                  <a:gd name="connsiteX4" fmla="*/ 151316 w 3190538"/>
                  <a:gd name="connsiteY4" fmla="*/ 1836735 h 1838547"/>
                  <a:gd name="connsiteX5" fmla="*/ 185608 w 3190538"/>
                  <a:gd name="connsiteY5" fmla="*/ 212181 h 1838547"/>
                  <a:gd name="connsiteX6" fmla="*/ 262459 w 3190538"/>
                  <a:gd name="connsiteY6" fmla="*/ 200119 h 1838547"/>
                  <a:gd name="connsiteX7" fmla="*/ 410303 w 3190538"/>
                  <a:gd name="connsiteY7" fmla="*/ 279727 h 1838547"/>
                  <a:gd name="connsiteX8" fmla="*/ 460618 w 3190538"/>
                  <a:gd name="connsiteY8" fmla="*/ 340381 h 1838547"/>
                  <a:gd name="connsiteX9" fmla="*/ 573309 w 3190538"/>
                  <a:gd name="connsiteY9" fmla="*/ 477541 h 1838547"/>
                  <a:gd name="connsiteX10" fmla="*/ 590196 w 3190538"/>
                  <a:gd name="connsiteY10" fmla="*/ 548878 h 1838547"/>
                  <a:gd name="connsiteX11" fmla="*/ 648437 w 3190538"/>
                  <a:gd name="connsiteY11" fmla="*/ 583340 h 1838547"/>
                  <a:gd name="connsiteX12" fmla="*/ 746655 w 3190538"/>
                  <a:gd name="connsiteY12" fmla="*/ 640203 h 1838547"/>
                  <a:gd name="connsiteX13" fmla="*/ 1148830 w 3190538"/>
                  <a:gd name="connsiteY13" fmla="*/ 834915 h 1838547"/>
                  <a:gd name="connsiteX14" fmla="*/ 1495866 w 3190538"/>
                  <a:gd name="connsiteY14" fmla="*/ 916591 h 1838547"/>
                  <a:gd name="connsiteX15" fmla="*/ 1841523 w 3190538"/>
                  <a:gd name="connsiteY15" fmla="*/ 954499 h 1838547"/>
                  <a:gd name="connsiteX16" fmla="*/ 1934226 w 3190538"/>
                  <a:gd name="connsiteY16" fmla="*/ 917969 h 1838547"/>
                  <a:gd name="connsiteX17" fmla="*/ 2076211 w 3190538"/>
                  <a:gd name="connsiteY17" fmla="*/ 733940 h 1838547"/>
                  <a:gd name="connsiteX18" fmla="*/ 2205789 w 3190538"/>
                  <a:gd name="connsiteY18" fmla="*/ 504421 h 1838547"/>
                  <a:gd name="connsiteX19" fmla="*/ 2423936 w 3190538"/>
                  <a:gd name="connsiteY19" fmla="*/ 47451 h 1838547"/>
                  <a:gd name="connsiteX20" fmla="*/ 2671720 w 3190538"/>
                  <a:gd name="connsiteY20" fmla="*/ 48829 h 1838547"/>
                  <a:gd name="connsiteX21" fmla="*/ 2892279 w 3190538"/>
                  <a:gd name="connsiteY21" fmla="*/ 191159 h 1838547"/>
                  <a:gd name="connsiteX22" fmla="*/ 3058042 w 3190538"/>
                  <a:gd name="connsiteY22" fmla="*/ 373120 h 1838547"/>
                  <a:gd name="connsiteX23" fmla="*/ 3131102 w 3190538"/>
                  <a:gd name="connsiteY23" fmla="*/ 472716 h 1838547"/>
                  <a:gd name="connsiteX24" fmla="*/ 3189688 w 3190538"/>
                  <a:gd name="connsiteY24" fmla="*/ 568866 h 1838547"/>
                  <a:gd name="connsiteX25" fmla="*/ 3112148 w 3190538"/>
                  <a:gd name="connsiteY25" fmla="*/ 678456 h 1838547"/>
                  <a:gd name="connsiteX26" fmla="*/ 3020823 w 3190538"/>
                  <a:gd name="connsiteY26" fmla="*/ 809068 h 1838547"/>
                  <a:gd name="connsiteX27" fmla="*/ 2811637 w 3190538"/>
                  <a:gd name="connsiteY27" fmla="*/ 1117506 h 1838547"/>
                  <a:gd name="connsiteX28" fmla="*/ 2601072 w 3190538"/>
                  <a:gd name="connsiteY28" fmla="*/ 1490044 h 1838547"/>
                  <a:gd name="connsiteX29" fmla="*/ 2596247 w 3190538"/>
                  <a:gd name="connsiteY29" fmla="*/ 1502795 h 1838547"/>
                  <a:gd name="connsiteX0" fmla="*/ 2607524 w 3201815"/>
                  <a:gd name="connsiteY0" fmla="*/ 1502795 h 1838547"/>
                  <a:gd name="connsiteX1" fmla="*/ 2493454 w 3201815"/>
                  <a:gd name="connsiteY1" fmla="*/ 1713704 h 1838547"/>
                  <a:gd name="connsiteX2" fmla="*/ 2419360 w 3201815"/>
                  <a:gd name="connsiteY2" fmla="*/ 1819504 h 1838547"/>
                  <a:gd name="connsiteX3" fmla="*/ 2301844 w 3201815"/>
                  <a:gd name="connsiteY3" fmla="*/ 1836735 h 1838547"/>
                  <a:gd name="connsiteX4" fmla="*/ 162593 w 3201815"/>
                  <a:gd name="connsiteY4" fmla="*/ 1836735 h 1838547"/>
                  <a:gd name="connsiteX5" fmla="*/ 153612 w 3201815"/>
                  <a:gd name="connsiteY5" fmla="*/ 212181 h 1838547"/>
                  <a:gd name="connsiteX6" fmla="*/ 273736 w 3201815"/>
                  <a:gd name="connsiteY6" fmla="*/ 200119 h 1838547"/>
                  <a:gd name="connsiteX7" fmla="*/ 421580 w 3201815"/>
                  <a:gd name="connsiteY7" fmla="*/ 279727 h 1838547"/>
                  <a:gd name="connsiteX8" fmla="*/ 471895 w 3201815"/>
                  <a:gd name="connsiteY8" fmla="*/ 340381 h 1838547"/>
                  <a:gd name="connsiteX9" fmla="*/ 584586 w 3201815"/>
                  <a:gd name="connsiteY9" fmla="*/ 477541 h 1838547"/>
                  <a:gd name="connsiteX10" fmla="*/ 601473 w 3201815"/>
                  <a:gd name="connsiteY10" fmla="*/ 548878 h 1838547"/>
                  <a:gd name="connsiteX11" fmla="*/ 659714 w 3201815"/>
                  <a:gd name="connsiteY11" fmla="*/ 583340 h 1838547"/>
                  <a:gd name="connsiteX12" fmla="*/ 757932 w 3201815"/>
                  <a:gd name="connsiteY12" fmla="*/ 640203 h 1838547"/>
                  <a:gd name="connsiteX13" fmla="*/ 1160107 w 3201815"/>
                  <a:gd name="connsiteY13" fmla="*/ 834915 h 1838547"/>
                  <a:gd name="connsiteX14" fmla="*/ 1507143 w 3201815"/>
                  <a:gd name="connsiteY14" fmla="*/ 916591 h 1838547"/>
                  <a:gd name="connsiteX15" fmla="*/ 1852800 w 3201815"/>
                  <a:gd name="connsiteY15" fmla="*/ 954499 h 1838547"/>
                  <a:gd name="connsiteX16" fmla="*/ 1945503 w 3201815"/>
                  <a:gd name="connsiteY16" fmla="*/ 917969 h 1838547"/>
                  <a:gd name="connsiteX17" fmla="*/ 2087488 w 3201815"/>
                  <a:gd name="connsiteY17" fmla="*/ 733940 h 1838547"/>
                  <a:gd name="connsiteX18" fmla="*/ 2217066 w 3201815"/>
                  <a:gd name="connsiteY18" fmla="*/ 504421 h 1838547"/>
                  <a:gd name="connsiteX19" fmla="*/ 2435213 w 3201815"/>
                  <a:gd name="connsiteY19" fmla="*/ 47451 h 1838547"/>
                  <a:gd name="connsiteX20" fmla="*/ 2682997 w 3201815"/>
                  <a:gd name="connsiteY20" fmla="*/ 48829 h 1838547"/>
                  <a:gd name="connsiteX21" fmla="*/ 2903556 w 3201815"/>
                  <a:gd name="connsiteY21" fmla="*/ 191159 h 1838547"/>
                  <a:gd name="connsiteX22" fmla="*/ 3069319 w 3201815"/>
                  <a:gd name="connsiteY22" fmla="*/ 373120 h 1838547"/>
                  <a:gd name="connsiteX23" fmla="*/ 3142379 w 3201815"/>
                  <a:gd name="connsiteY23" fmla="*/ 472716 h 1838547"/>
                  <a:gd name="connsiteX24" fmla="*/ 3200965 w 3201815"/>
                  <a:gd name="connsiteY24" fmla="*/ 568866 h 1838547"/>
                  <a:gd name="connsiteX25" fmla="*/ 3123425 w 3201815"/>
                  <a:gd name="connsiteY25" fmla="*/ 678456 h 1838547"/>
                  <a:gd name="connsiteX26" fmla="*/ 3032100 w 3201815"/>
                  <a:gd name="connsiteY26" fmla="*/ 809068 h 1838547"/>
                  <a:gd name="connsiteX27" fmla="*/ 2822914 w 3201815"/>
                  <a:gd name="connsiteY27" fmla="*/ 1117506 h 1838547"/>
                  <a:gd name="connsiteX28" fmla="*/ 2612349 w 3201815"/>
                  <a:gd name="connsiteY28" fmla="*/ 1490044 h 1838547"/>
                  <a:gd name="connsiteX29" fmla="*/ 2607524 w 3201815"/>
                  <a:gd name="connsiteY29" fmla="*/ 1502795 h 1838547"/>
                  <a:gd name="connsiteX0" fmla="*/ 2604156 w 3198447"/>
                  <a:gd name="connsiteY0" fmla="*/ 1502795 h 1838547"/>
                  <a:gd name="connsiteX1" fmla="*/ 2490086 w 3198447"/>
                  <a:gd name="connsiteY1" fmla="*/ 1713704 h 1838547"/>
                  <a:gd name="connsiteX2" fmla="*/ 2415992 w 3198447"/>
                  <a:gd name="connsiteY2" fmla="*/ 1819504 h 1838547"/>
                  <a:gd name="connsiteX3" fmla="*/ 2298476 w 3198447"/>
                  <a:gd name="connsiteY3" fmla="*/ 1836735 h 1838547"/>
                  <a:gd name="connsiteX4" fmla="*/ 159225 w 3198447"/>
                  <a:gd name="connsiteY4" fmla="*/ 1836735 h 1838547"/>
                  <a:gd name="connsiteX5" fmla="*/ 150244 w 3198447"/>
                  <a:gd name="connsiteY5" fmla="*/ 212181 h 1838547"/>
                  <a:gd name="connsiteX6" fmla="*/ 270368 w 3198447"/>
                  <a:gd name="connsiteY6" fmla="*/ 200119 h 1838547"/>
                  <a:gd name="connsiteX7" fmla="*/ 418212 w 3198447"/>
                  <a:gd name="connsiteY7" fmla="*/ 279727 h 1838547"/>
                  <a:gd name="connsiteX8" fmla="*/ 468527 w 3198447"/>
                  <a:gd name="connsiteY8" fmla="*/ 340381 h 1838547"/>
                  <a:gd name="connsiteX9" fmla="*/ 581218 w 3198447"/>
                  <a:gd name="connsiteY9" fmla="*/ 477541 h 1838547"/>
                  <a:gd name="connsiteX10" fmla="*/ 598105 w 3198447"/>
                  <a:gd name="connsiteY10" fmla="*/ 548878 h 1838547"/>
                  <a:gd name="connsiteX11" fmla="*/ 656346 w 3198447"/>
                  <a:gd name="connsiteY11" fmla="*/ 583340 h 1838547"/>
                  <a:gd name="connsiteX12" fmla="*/ 754564 w 3198447"/>
                  <a:gd name="connsiteY12" fmla="*/ 640203 h 1838547"/>
                  <a:gd name="connsiteX13" fmla="*/ 1156739 w 3198447"/>
                  <a:gd name="connsiteY13" fmla="*/ 834915 h 1838547"/>
                  <a:gd name="connsiteX14" fmla="*/ 1503775 w 3198447"/>
                  <a:gd name="connsiteY14" fmla="*/ 916591 h 1838547"/>
                  <a:gd name="connsiteX15" fmla="*/ 1849432 w 3198447"/>
                  <a:gd name="connsiteY15" fmla="*/ 954499 h 1838547"/>
                  <a:gd name="connsiteX16" fmla="*/ 1942135 w 3198447"/>
                  <a:gd name="connsiteY16" fmla="*/ 917969 h 1838547"/>
                  <a:gd name="connsiteX17" fmla="*/ 2084120 w 3198447"/>
                  <a:gd name="connsiteY17" fmla="*/ 733940 h 1838547"/>
                  <a:gd name="connsiteX18" fmla="*/ 2213698 w 3198447"/>
                  <a:gd name="connsiteY18" fmla="*/ 504421 h 1838547"/>
                  <a:gd name="connsiteX19" fmla="*/ 2431845 w 3198447"/>
                  <a:gd name="connsiteY19" fmla="*/ 47451 h 1838547"/>
                  <a:gd name="connsiteX20" fmla="*/ 2679629 w 3198447"/>
                  <a:gd name="connsiteY20" fmla="*/ 48829 h 1838547"/>
                  <a:gd name="connsiteX21" fmla="*/ 2900188 w 3198447"/>
                  <a:gd name="connsiteY21" fmla="*/ 191159 h 1838547"/>
                  <a:gd name="connsiteX22" fmla="*/ 3065951 w 3198447"/>
                  <a:gd name="connsiteY22" fmla="*/ 373120 h 1838547"/>
                  <a:gd name="connsiteX23" fmla="*/ 3139011 w 3198447"/>
                  <a:gd name="connsiteY23" fmla="*/ 472716 h 1838547"/>
                  <a:gd name="connsiteX24" fmla="*/ 3197597 w 3198447"/>
                  <a:gd name="connsiteY24" fmla="*/ 568866 h 1838547"/>
                  <a:gd name="connsiteX25" fmla="*/ 3120057 w 3198447"/>
                  <a:gd name="connsiteY25" fmla="*/ 678456 h 1838547"/>
                  <a:gd name="connsiteX26" fmla="*/ 3028732 w 3198447"/>
                  <a:gd name="connsiteY26" fmla="*/ 809068 h 1838547"/>
                  <a:gd name="connsiteX27" fmla="*/ 2819546 w 3198447"/>
                  <a:gd name="connsiteY27" fmla="*/ 1117506 h 1838547"/>
                  <a:gd name="connsiteX28" fmla="*/ 2608981 w 3198447"/>
                  <a:gd name="connsiteY28" fmla="*/ 1490044 h 1838547"/>
                  <a:gd name="connsiteX29" fmla="*/ 2604156 w 3198447"/>
                  <a:gd name="connsiteY29" fmla="*/ 1502795 h 1838547"/>
                  <a:gd name="connsiteX0" fmla="*/ 2456040 w 3050331"/>
                  <a:gd name="connsiteY0" fmla="*/ 1502795 h 1838547"/>
                  <a:gd name="connsiteX1" fmla="*/ 2341970 w 3050331"/>
                  <a:gd name="connsiteY1" fmla="*/ 1713704 h 1838547"/>
                  <a:gd name="connsiteX2" fmla="*/ 2267876 w 3050331"/>
                  <a:gd name="connsiteY2" fmla="*/ 1819504 h 1838547"/>
                  <a:gd name="connsiteX3" fmla="*/ 2150360 w 3050331"/>
                  <a:gd name="connsiteY3" fmla="*/ 1836735 h 1838547"/>
                  <a:gd name="connsiteX4" fmla="*/ 11109 w 3050331"/>
                  <a:gd name="connsiteY4" fmla="*/ 1836735 h 1838547"/>
                  <a:gd name="connsiteX5" fmla="*/ 2128 w 3050331"/>
                  <a:gd name="connsiteY5" fmla="*/ 212181 h 1838547"/>
                  <a:gd name="connsiteX6" fmla="*/ 122252 w 3050331"/>
                  <a:gd name="connsiteY6" fmla="*/ 200119 h 1838547"/>
                  <a:gd name="connsiteX7" fmla="*/ 270096 w 3050331"/>
                  <a:gd name="connsiteY7" fmla="*/ 279727 h 1838547"/>
                  <a:gd name="connsiteX8" fmla="*/ 320411 w 3050331"/>
                  <a:gd name="connsiteY8" fmla="*/ 340381 h 1838547"/>
                  <a:gd name="connsiteX9" fmla="*/ 433102 w 3050331"/>
                  <a:gd name="connsiteY9" fmla="*/ 477541 h 1838547"/>
                  <a:gd name="connsiteX10" fmla="*/ 449989 w 3050331"/>
                  <a:gd name="connsiteY10" fmla="*/ 548878 h 1838547"/>
                  <a:gd name="connsiteX11" fmla="*/ 508230 w 3050331"/>
                  <a:gd name="connsiteY11" fmla="*/ 583340 h 1838547"/>
                  <a:gd name="connsiteX12" fmla="*/ 606448 w 3050331"/>
                  <a:gd name="connsiteY12" fmla="*/ 640203 h 1838547"/>
                  <a:gd name="connsiteX13" fmla="*/ 1008623 w 3050331"/>
                  <a:gd name="connsiteY13" fmla="*/ 834915 h 1838547"/>
                  <a:gd name="connsiteX14" fmla="*/ 1355659 w 3050331"/>
                  <a:gd name="connsiteY14" fmla="*/ 916591 h 1838547"/>
                  <a:gd name="connsiteX15" fmla="*/ 1701316 w 3050331"/>
                  <a:gd name="connsiteY15" fmla="*/ 954499 h 1838547"/>
                  <a:gd name="connsiteX16" fmla="*/ 1794019 w 3050331"/>
                  <a:gd name="connsiteY16" fmla="*/ 917969 h 1838547"/>
                  <a:gd name="connsiteX17" fmla="*/ 1936004 w 3050331"/>
                  <a:gd name="connsiteY17" fmla="*/ 733940 h 1838547"/>
                  <a:gd name="connsiteX18" fmla="*/ 2065582 w 3050331"/>
                  <a:gd name="connsiteY18" fmla="*/ 504421 h 1838547"/>
                  <a:gd name="connsiteX19" fmla="*/ 2283729 w 3050331"/>
                  <a:gd name="connsiteY19" fmla="*/ 47451 h 1838547"/>
                  <a:gd name="connsiteX20" fmla="*/ 2531513 w 3050331"/>
                  <a:gd name="connsiteY20" fmla="*/ 48829 h 1838547"/>
                  <a:gd name="connsiteX21" fmla="*/ 2752072 w 3050331"/>
                  <a:gd name="connsiteY21" fmla="*/ 191159 h 1838547"/>
                  <a:gd name="connsiteX22" fmla="*/ 2917835 w 3050331"/>
                  <a:gd name="connsiteY22" fmla="*/ 373120 h 1838547"/>
                  <a:gd name="connsiteX23" fmla="*/ 2990895 w 3050331"/>
                  <a:gd name="connsiteY23" fmla="*/ 472716 h 1838547"/>
                  <a:gd name="connsiteX24" fmla="*/ 3049481 w 3050331"/>
                  <a:gd name="connsiteY24" fmla="*/ 568866 h 1838547"/>
                  <a:gd name="connsiteX25" fmla="*/ 2971941 w 3050331"/>
                  <a:gd name="connsiteY25" fmla="*/ 678456 h 1838547"/>
                  <a:gd name="connsiteX26" fmla="*/ 2880616 w 3050331"/>
                  <a:gd name="connsiteY26" fmla="*/ 809068 h 1838547"/>
                  <a:gd name="connsiteX27" fmla="*/ 2671430 w 3050331"/>
                  <a:gd name="connsiteY27" fmla="*/ 1117506 h 1838547"/>
                  <a:gd name="connsiteX28" fmla="*/ 2460865 w 3050331"/>
                  <a:gd name="connsiteY28" fmla="*/ 1490044 h 1838547"/>
                  <a:gd name="connsiteX29" fmla="*/ 2456040 w 3050331"/>
                  <a:gd name="connsiteY29" fmla="*/ 1502795 h 1838547"/>
                  <a:gd name="connsiteX0" fmla="*/ 2454065 w 3048356"/>
                  <a:gd name="connsiteY0" fmla="*/ 1502795 h 1838547"/>
                  <a:gd name="connsiteX1" fmla="*/ 2339995 w 3048356"/>
                  <a:gd name="connsiteY1" fmla="*/ 1713704 h 1838547"/>
                  <a:gd name="connsiteX2" fmla="*/ 2265901 w 3048356"/>
                  <a:gd name="connsiteY2" fmla="*/ 1819504 h 1838547"/>
                  <a:gd name="connsiteX3" fmla="*/ 2148385 w 3048356"/>
                  <a:gd name="connsiteY3" fmla="*/ 1836735 h 1838547"/>
                  <a:gd name="connsiteX4" fmla="*/ 9134 w 3048356"/>
                  <a:gd name="connsiteY4" fmla="*/ 1836735 h 1838547"/>
                  <a:gd name="connsiteX5" fmla="*/ 153 w 3048356"/>
                  <a:gd name="connsiteY5" fmla="*/ 212181 h 1838547"/>
                  <a:gd name="connsiteX6" fmla="*/ 120277 w 3048356"/>
                  <a:gd name="connsiteY6" fmla="*/ 200119 h 1838547"/>
                  <a:gd name="connsiteX7" fmla="*/ 268121 w 3048356"/>
                  <a:gd name="connsiteY7" fmla="*/ 279727 h 1838547"/>
                  <a:gd name="connsiteX8" fmla="*/ 318436 w 3048356"/>
                  <a:gd name="connsiteY8" fmla="*/ 340381 h 1838547"/>
                  <a:gd name="connsiteX9" fmla="*/ 431127 w 3048356"/>
                  <a:gd name="connsiteY9" fmla="*/ 477541 h 1838547"/>
                  <a:gd name="connsiteX10" fmla="*/ 448014 w 3048356"/>
                  <a:gd name="connsiteY10" fmla="*/ 548878 h 1838547"/>
                  <a:gd name="connsiteX11" fmla="*/ 506255 w 3048356"/>
                  <a:gd name="connsiteY11" fmla="*/ 583340 h 1838547"/>
                  <a:gd name="connsiteX12" fmla="*/ 604473 w 3048356"/>
                  <a:gd name="connsiteY12" fmla="*/ 640203 h 1838547"/>
                  <a:gd name="connsiteX13" fmla="*/ 1006648 w 3048356"/>
                  <a:gd name="connsiteY13" fmla="*/ 834915 h 1838547"/>
                  <a:gd name="connsiteX14" fmla="*/ 1353684 w 3048356"/>
                  <a:gd name="connsiteY14" fmla="*/ 916591 h 1838547"/>
                  <a:gd name="connsiteX15" fmla="*/ 1699341 w 3048356"/>
                  <a:gd name="connsiteY15" fmla="*/ 954499 h 1838547"/>
                  <a:gd name="connsiteX16" fmla="*/ 1792044 w 3048356"/>
                  <a:gd name="connsiteY16" fmla="*/ 917969 h 1838547"/>
                  <a:gd name="connsiteX17" fmla="*/ 1934029 w 3048356"/>
                  <a:gd name="connsiteY17" fmla="*/ 733940 h 1838547"/>
                  <a:gd name="connsiteX18" fmla="*/ 2063607 w 3048356"/>
                  <a:gd name="connsiteY18" fmla="*/ 504421 h 1838547"/>
                  <a:gd name="connsiteX19" fmla="*/ 2281754 w 3048356"/>
                  <a:gd name="connsiteY19" fmla="*/ 47451 h 1838547"/>
                  <a:gd name="connsiteX20" fmla="*/ 2529538 w 3048356"/>
                  <a:gd name="connsiteY20" fmla="*/ 48829 h 1838547"/>
                  <a:gd name="connsiteX21" fmla="*/ 2750097 w 3048356"/>
                  <a:gd name="connsiteY21" fmla="*/ 191159 h 1838547"/>
                  <a:gd name="connsiteX22" fmla="*/ 2915860 w 3048356"/>
                  <a:gd name="connsiteY22" fmla="*/ 373120 h 1838547"/>
                  <a:gd name="connsiteX23" fmla="*/ 2988920 w 3048356"/>
                  <a:gd name="connsiteY23" fmla="*/ 472716 h 1838547"/>
                  <a:gd name="connsiteX24" fmla="*/ 3047506 w 3048356"/>
                  <a:gd name="connsiteY24" fmla="*/ 568866 h 1838547"/>
                  <a:gd name="connsiteX25" fmla="*/ 2969966 w 3048356"/>
                  <a:gd name="connsiteY25" fmla="*/ 678456 h 1838547"/>
                  <a:gd name="connsiteX26" fmla="*/ 2878641 w 3048356"/>
                  <a:gd name="connsiteY26" fmla="*/ 809068 h 1838547"/>
                  <a:gd name="connsiteX27" fmla="*/ 2669455 w 3048356"/>
                  <a:gd name="connsiteY27" fmla="*/ 1117506 h 1838547"/>
                  <a:gd name="connsiteX28" fmla="*/ 2458890 w 3048356"/>
                  <a:gd name="connsiteY28" fmla="*/ 1490044 h 1838547"/>
                  <a:gd name="connsiteX29" fmla="*/ 2454065 w 3048356"/>
                  <a:gd name="connsiteY29" fmla="*/ 1502795 h 1838547"/>
                  <a:gd name="connsiteX0" fmla="*/ 2460865 w 3055156"/>
                  <a:gd name="connsiteY0" fmla="*/ 1502795 h 1838547"/>
                  <a:gd name="connsiteX1" fmla="*/ 2346795 w 3055156"/>
                  <a:gd name="connsiteY1" fmla="*/ 1713704 h 1838547"/>
                  <a:gd name="connsiteX2" fmla="*/ 2272701 w 3055156"/>
                  <a:gd name="connsiteY2" fmla="*/ 1819504 h 1838547"/>
                  <a:gd name="connsiteX3" fmla="*/ 2155185 w 3055156"/>
                  <a:gd name="connsiteY3" fmla="*/ 1836735 h 1838547"/>
                  <a:gd name="connsiteX4" fmla="*/ 15934 w 3055156"/>
                  <a:gd name="connsiteY4" fmla="*/ 1836735 h 1838547"/>
                  <a:gd name="connsiteX5" fmla="*/ 6953 w 3055156"/>
                  <a:gd name="connsiteY5" fmla="*/ 212181 h 1838547"/>
                  <a:gd name="connsiteX6" fmla="*/ 127077 w 3055156"/>
                  <a:gd name="connsiteY6" fmla="*/ 200119 h 1838547"/>
                  <a:gd name="connsiteX7" fmla="*/ 274921 w 3055156"/>
                  <a:gd name="connsiteY7" fmla="*/ 279727 h 1838547"/>
                  <a:gd name="connsiteX8" fmla="*/ 325236 w 3055156"/>
                  <a:gd name="connsiteY8" fmla="*/ 340381 h 1838547"/>
                  <a:gd name="connsiteX9" fmla="*/ 437927 w 3055156"/>
                  <a:gd name="connsiteY9" fmla="*/ 477541 h 1838547"/>
                  <a:gd name="connsiteX10" fmla="*/ 454814 w 3055156"/>
                  <a:gd name="connsiteY10" fmla="*/ 548878 h 1838547"/>
                  <a:gd name="connsiteX11" fmla="*/ 513055 w 3055156"/>
                  <a:gd name="connsiteY11" fmla="*/ 583340 h 1838547"/>
                  <a:gd name="connsiteX12" fmla="*/ 611273 w 3055156"/>
                  <a:gd name="connsiteY12" fmla="*/ 640203 h 1838547"/>
                  <a:gd name="connsiteX13" fmla="*/ 1013448 w 3055156"/>
                  <a:gd name="connsiteY13" fmla="*/ 834915 h 1838547"/>
                  <a:gd name="connsiteX14" fmla="*/ 1360484 w 3055156"/>
                  <a:gd name="connsiteY14" fmla="*/ 916591 h 1838547"/>
                  <a:gd name="connsiteX15" fmla="*/ 1706141 w 3055156"/>
                  <a:gd name="connsiteY15" fmla="*/ 954499 h 1838547"/>
                  <a:gd name="connsiteX16" fmla="*/ 1798844 w 3055156"/>
                  <a:gd name="connsiteY16" fmla="*/ 917969 h 1838547"/>
                  <a:gd name="connsiteX17" fmla="*/ 1940829 w 3055156"/>
                  <a:gd name="connsiteY17" fmla="*/ 733940 h 1838547"/>
                  <a:gd name="connsiteX18" fmla="*/ 2070407 w 3055156"/>
                  <a:gd name="connsiteY18" fmla="*/ 504421 h 1838547"/>
                  <a:gd name="connsiteX19" fmla="*/ 2288554 w 3055156"/>
                  <a:gd name="connsiteY19" fmla="*/ 47451 h 1838547"/>
                  <a:gd name="connsiteX20" fmla="*/ 2536338 w 3055156"/>
                  <a:gd name="connsiteY20" fmla="*/ 48829 h 1838547"/>
                  <a:gd name="connsiteX21" fmla="*/ 2756897 w 3055156"/>
                  <a:gd name="connsiteY21" fmla="*/ 191159 h 1838547"/>
                  <a:gd name="connsiteX22" fmla="*/ 2922660 w 3055156"/>
                  <a:gd name="connsiteY22" fmla="*/ 373120 h 1838547"/>
                  <a:gd name="connsiteX23" fmla="*/ 2995720 w 3055156"/>
                  <a:gd name="connsiteY23" fmla="*/ 472716 h 1838547"/>
                  <a:gd name="connsiteX24" fmla="*/ 3054306 w 3055156"/>
                  <a:gd name="connsiteY24" fmla="*/ 568866 h 1838547"/>
                  <a:gd name="connsiteX25" fmla="*/ 2976766 w 3055156"/>
                  <a:gd name="connsiteY25" fmla="*/ 678456 h 1838547"/>
                  <a:gd name="connsiteX26" fmla="*/ 2885441 w 3055156"/>
                  <a:gd name="connsiteY26" fmla="*/ 809068 h 1838547"/>
                  <a:gd name="connsiteX27" fmla="*/ 2676255 w 3055156"/>
                  <a:gd name="connsiteY27" fmla="*/ 1117506 h 1838547"/>
                  <a:gd name="connsiteX28" fmla="*/ 2465690 w 3055156"/>
                  <a:gd name="connsiteY28" fmla="*/ 1490044 h 1838547"/>
                  <a:gd name="connsiteX29" fmla="*/ 2460865 w 3055156"/>
                  <a:gd name="connsiteY29" fmla="*/ 1502795 h 1838547"/>
                  <a:gd name="connsiteX0" fmla="*/ 2455004 w 3049295"/>
                  <a:gd name="connsiteY0" fmla="*/ 1502795 h 1838547"/>
                  <a:gd name="connsiteX1" fmla="*/ 2340934 w 3049295"/>
                  <a:gd name="connsiteY1" fmla="*/ 1713704 h 1838547"/>
                  <a:gd name="connsiteX2" fmla="*/ 2266840 w 3049295"/>
                  <a:gd name="connsiteY2" fmla="*/ 1819504 h 1838547"/>
                  <a:gd name="connsiteX3" fmla="*/ 2149324 w 3049295"/>
                  <a:gd name="connsiteY3" fmla="*/ 1836735 h 1838547"/>
                  <a:gd name="connsiteX4" fmla="*/ 10073 w 3049295"/>
                  <a:gd name="connsiteY4" fmla="*/ 1836735 h 1838547"/>
                  <a:gd name="connsiteX5" fmla="*/ 1092 w 3049295"/>
                  <a:gd name="connsiteY5" fmla="*/ 212181 h 1838547"/>
                  <a:gd name="connsiteX6" fmla="*/ 121216 w 3049295"/>
                  <a:gd name="connsiteY6" fmla="*/ 200119 h 1838547"/>
                  <a:gd name="connsiteX7" fmla="*/ 269060 w 3049295"/>
                  <a:gd name="connsiteY7" fmla="*/ 279727 h 1838547"/>
                  <a:gd name="connsiteX8" fmla="*/ 319375 w 3049295"/>
                  <a:gd name="connsiteY8" fmla="*/ 340381 h 1838547"/>
                  <a:gd name="connsiteX9" fmla="*/ 432066 w 3049295"/>
                  <a:gd name="connsiteY9" fmla="*/ 477541 h 1838547"/>
                  <a:gd name="connsiteX10" fmla="*/ 448953 w 3049295"/>
                  <a:gd name="connsiteY10" fmla="*/ 548878 h 1838547"/>
                  <a:gd name="connsiteX11" fmla="*/ 507194 w 3049295"/>
                  <a:gd name="connsiteY11" fmla="*/ 583340 h 1838547"/>
                  <a:gd name="connsiteX12" fmla="*/ 605412 w 3049295"/>
                  <a:gd name="connsiteY12" fmla="*/ 640203 h 1838547"/>
                  <a:gd name="connsiteX13" fmla="*/ 1007587 w 3049295"/>
                  <a:gd name="connsiteY13" fmla="*/ 834915 h 1838547"/>
                  <a:gd name="connsiteX14" fmla="*/ 1354623 w 3049295"/>
                  <a:gd name="connsiteY14" fmla="*/ 916591 h 1838547"/>
                  <a:gd name="connsiteX15" fmla="*/ 1700280 w 3049295"/>
                  <a:gd name="connsiteY15" fmla="*/ 954499 h 1838547"/>
                  <a:gd name="connsiteX16" fmla="*/ 1792983 w 3049295"/>
                  <a:gd name="connsiteY16" fmla="*/ 917969 h 1838547"/>
                  <a:gd name="connsiteX17" fmla="*/ 1934968 w 3049295"/>
                  <a:gd name="connsiteY17" fmla="*/ 733940 h 1838547"/>
                  <a:gd name="connsiteX18" fmla="*/ 2064546 w 3049295"/>
                  <a:gd name="connsiteY18" fmla="*/ 504421 h 1838547"/>
                  <a:gd name="connsiteX19" fmla="*/ 2282693 w 3049295"/>
                  <a:gd name="connsiteY19" fmla="*/ 47451 h 1838547"/>
                  <a:gd name="connsiteX20" fmla="*/ 2530477 w 3049295"/>
                  <a:gd name="connsiteY20" fmla="*/ 48829 h 1838547"/>
                  <a:gd name="connsiteX21" fmla="*/ 2751036 w 3049295"/>
                  <a:gd name="connsiteY21" fmla="*/ 191159 h 1838547"/>
                  <a:gd name="connsiteX22" fmla="*/ 2916799 w 3049295"/>
                  <a:gd name="connsiteY22" fmla="*/ 373120 h 1838547"/>
                  <a:gd name="connsiteX23" fmla="*/ 2989859 w 3049295"/>
                  <a:gd name="connsiteY23" fmla="*/ 472716 h 1838547"/>
                  <a:gd name="connsiteX24" fmla="*/ 3048445 w 3049295"/>
                  <a:gd name="connsiteY24" fmla="*/ 568866 h 1838547"/>
                  <a:gd name="connsiteX25" fmla="*/ 2970905 w 3049295"/>
                  <a:gd name="connsiteY25" fmla="*/ 678456 h 1838547"/>
                  <a:gd name="connsiteX26" fmla="*/ 2879580 w 3049295"/>
                  <a:gd name="connsiteY26" fmla="*/ 809068 h 1838547"/>
                  <a:gd name="connsiteX27" fmla="*/ 2670394 w 3049295"/>
                  <a:gd name="connsiteY27" fmla="*/ 1117506 h 1838547"/>
                  <a:gd name="connsiteX28" fmla="*/ 2459829 w 3049295"/>
                  <a:gd name="connsiteY28" fmla="*/ 1490044 h 1838547"/>
                  <a:gd name="connsiteX29" fmla="*/ 2455004 w 3049295"/>
                  <a:gd name="connsiteY29" fmla="*/ 1502795 h 1838547"/>
                  <a:gd name="connsiteX0" fmla="*/ 2449188 w 3043479"/>
                  <a:gd name="connsiteY0" fmla="*/ 1502795 h 1838547"/>
                  <a:gd name="connsiteX1" fmla="*/ 2335118 w 3043479"/>
                  <a:gd name="connsiteY1" fmla="*/ 1713704 h 1838547"/>
                  <a:gd name="connsiteX2" fmla="*/ 2261024 w 3043479"/>
                  <a:gd name="connsiteY2" fmla="*/ 1819504 h 1838547"/>
                  <a:gd name="connsiteX3" fmla="*/ 2143508 w 3043479"/>
                  <a:gd name="connsiteY3" fmla="*/ 1836735 h 1838547"/>
                  <a:gd name="connsiteX4" fmla="*/ 4257 w 3043479"/>
                  <a:gd name="connsiteY4" fmla="*/ 1836735 h 1838547"/>
                  <a:gd name="connsiteX5" fmla="*/ 2488 w 3043479"/>
                  <a:gd name="connsiteY5" fmla="*/ 255454 h 1838547"/>
                  <a:gd name="connsiteX6" fmla="*/ 115400 w 3043479"/>
                  <a:gd name="connsiteY6" fmla="*/ 200119 h 1838547"/>
                  <a:gd name="connsiteX7" fmla="*/ 263244 w 3043479"/>
                  <a:gd name="connsiteY7" fmla="*/ 279727 h 1838547"/>
                  <a:gd name="connsiteX8" fmla="*/ 313559 w 3043479"/>
                  <a:gd name="connsiteY8" fmla="*/ 340381 h 1838547"/>
                  <a:gd name="connsiteX9" fmla="*/ 426250 w 3043479"/>
                  <a:gd name="connsiteY9" fmla="*/ 477541 h 1838547"/>
                  <a:gd name="connsiteX10" fmla="*/ 443137 w 3043479"/>
                  <a:gd name="connsiteY10" fmla="*/ 548878 h 1838547"/>
                  <a:gd name="connsiteX11" fmla="*/ 501378 w 3043479"/>
                  <a:gd name="connsiteY11" fmla="*/ 583340 h 1838547"/>
                  <a:gd name="connsiteX12" fmla="*/ 599596 w 3043479"/>
                  <a:gd name="connsiteY12" fmla="*/ 640203 h 1838547"/>
                  <a:gd name="connsiteX13" fmla="*/ 1001771 w 3043479"/>
                  <a:gd name="connsiteY13" fmla="*/ 834915 h 1838547"/>
                  <a:gd name="connsiteX14" fmla="*/ 1348807 w 3043479"/>
                  <a:gd name="connsiteY14" fmla="*/ 916591 h 1838547"/>
                  <a:gd name="connsiteX15" fmla="*/ 1694464 w 3043479"/>
                  <a:gd name="connsiteY15" fmla="*/ 954499 h 1838547"/>
                  <a:gd name="connsiteX16" fmla="*/ 1787167 w 3043479"/>
                  <a:gd name="connsiteY16" fmla="*/ 917969 h 1838547"/>
                  <a:gd name="connsiteX17" fmla="*/ 1929152 w 3043479"/>
                  <a:gd name="connsiteY17" fmla="*/ 733940 h 1838547"/>
                  <a:gd name="connsiteX18" fmla="*/ 2058730 w 3043479"/>
                  <a:gd name="connsiteY18" fmla="*/ 504421 h 1838547"/>
                  <a:gd name="connsiteX19" fmla="*/ 2276877 w 3043479"/>
                  <a:gd name="connsiteY19" fmla="*/ 47451 h 1838547"/>
                  <a:gd name="connsiteX20" fmla="*/ 2524661 w 3043479"/>
                  <a:gd name="connsiteY20" fmla="*/ 48829 h 1838547"/>
                  <a:gd name="connsiteX21" fmla="*/ 2745220 w 3043479"/>
                  <a:gd name="connsiteY21" fmla="*/ 191159 h 1838547"/>
                  <a:gd name="connsiteX22" fmla="*/ 2910983 w 3043479"/>
                  <a:gd name="connsiteY22" fmla="*/ 373120 h 1838547"/>
                  <a:gd name="connsiteX23" fmla="*/ 2984043 w 3043479"/>
                  <a:gd name="connsiteY23" fmla="*/ 472716 h 1838547"/>
                  <a:gd name="connsiteX24" fmla="*/ 3042629 w 3043479"/>
                  <a:gd name="connsiteY24" fmla="*/ 568866 h 1838547"/>
                  <a:gd name="connsiteX25" fmla="*/ 2965089 w 3043479"/>
                  <a:gd name="connsiteY25" fmla="*/ 678456 h 1838547"/>
                  <a:gd name="connsiteX26" fmla="*/ 2873764 w 3043479"/>
                  <a:gd name="connsiteY26" fmla="*/ 809068 h 1838547"/>
                  <a:gd name="connsiteX27" fmla="*/ 2664578 w 3043479"/>
                  <a:gd name="connsiteY27" fmla="*/ 1117506 h 1838547"/>
                  <a:gd name="connsiteX28" fmla="*/ 2454013 w 3043479"/>
                  <a:gd name="connsiteY28" fmla="*/ 1490044 h 1838547"/>
                  <a:gd name="connsiteX29" fmla="*/ 2449188 w 3043479"/>
                  <a:gd name="connsiteY29" fmla="*/ 1502795 h 1838547"/>
                  <a:gd name="connsiteX0" fmla="*/ 2449188 w 3043479"/>
                  <a:gd name="connsiteY0" fmla="*/ 1502795 h 1838547"/>
                  <a:gd name="connsiteX1" fmla="*/ 2335118 w 3043479"/>
                  <a:gd name="connsiteY1" fmla="*/ 1713704 h 1838547"/>
                  <a:gd name="connsiteX2" fmla="*/ 2261024 w 3043479"/>
                  <a:gd name="connsiteY2" fmla="*/ 1819504 h 1838547"/>
                  <a:gd name="connsiteX3" fmla="*/ 2143508 w 3043479"/>
                  <a:gd name="connsiteY3" fmla="*/ 1836735 h 1838547"/>
                  <a:gd name="connsiteX4" fmla="*/ 4257 w 3043479"/>
                  <a:gd name="connsiteY4" fmla="*/ 1836735 h 1838547"/>
                  <a:gd name="connsiteX5" fmla="*/ 2488 w 3043479"/>
                  <a:gd name="connsiteY5" fmla="*/ 255454 h 1838547"/>
                  <a:gd name="connsiteX6" fmla="*/ 115400 w 3043479"/>
                  <a:gd name="connsiteY6" fmla="*/ 200119 h 1838547"/>
                  <a:gd name="connsiteX7" fmla="*/ 263244 w 3043479"/>
                  <a:gd name="connsiteY7" fmla="*/ 279727 h 1838547"/>
                  <a:gd name="connsiteX8" fmla="*/ 313559 w 3043479"/>
                  <a:gd name="connsiteY8" fmla="*/ 340381 h 1838547"/>
                  <a:gd name="connsiteX9" fmla="*/ 426250 w 3043479"/>
                  <a:gd name="connsiteY9" fmla="*/ 477541 h 1838547"/>
                  <a:gd name="connsiteX10" fmla="*/ 443137 w 3043479"/>
                  <a:gd name="connsiteY10" fmla="*/ 548878 h 1838547"/>
                  <a:gd name="connsiteX11" fmla="*/ 501378 w 3043479"/>
                  <a:gd name="connsiteY11" fmla="*/ 583340 h 1838547"/>
                  <a:gd name="connsiteX12" fmla="*/ 599596 w 3043479"/>
                  <a:gd name="connsiteY12" fmla="*/ 640203 h 1838547"/>
                  <a:gd name="connsiteX13" fmla="*/ 1001771 w 3043479"/>
                  <a:gd name="connsiteY13" fmla="*/ 834915 h 1838547"/>
                  <a:gd name="connsiteX14" fmla="*/ 1348807 w 3043479"/>
                  <a:gd name="connsiteY14" fmla="*/ 916591 h 1838547"/>
                  <a:gd name="connsiteX15" fmla="*/ 1694464 w 3043479"/>
                  <a:gd name="connsiteY15" fmla="*/ 954499 h 1838547"/>
                  <a:gd name="connsiteX16" fmla="*/ 1787167 w 3043479"/>
                  <a:gd name="connsiteY16" fmla="*/ 917969 h 1838547"/>
                  <a:gd name="connsiteX17" fmla="*/ 1929152 w 3043479"/>
                  <a:gd name="connsiteY17" fmla="*/ 733940 h 1838547"/>
                  <a:gd name="connsiteX18" fmla="*/ 2058730 w 3043479"/>
                  <a:gd name="connsiteY18" fmla="*/ 504421 h 1838547"/>
                  <a:gd name="connsiteX19" fmla="*/ 2276877 w 3043479"/>
                  <a:gd name="connsiteY19" fmla="*/ 47451 h 1838547"/>
                  <a:gd name="connsiteX20" fmla="*/ 2524661 w 3043479"/>
                  <a:gd name="connsiteY20" fmla="*/ 48829 h 1838547"/>
                  <a:gd name="connsiteX21" fmla="*/ 2745220 w 3043479"/>
                  <a:gd name="connsiteY21" fmla="*/ 191159 h 1838547"/>
                  <a:gd name="connsiteX22" fmla="*/ 2910983 w 3043479"/>
                  <a:gd name="connsiteY22" fmla="*/ 373120 h 1838547"/>
                  <a:gd name="connsiteX23" fmla="*/ 2984043 w 3043479"/>
                  <a:gd name="connsiteY23" fmla="*/ 472716 h 1838547"/>
                  <a:gd name="connsiteX24" fmla="*/ 3042629 w 3043479"/>
                  <a:gd name="connsiteY24" fmla="*/ 568866 h 1838547"/>
                  <a:gd name="connsiteX25" fmla="*/ 2965089 w 3043479"/>
                  <a:gd name="connsiteY25" fmla="*/ 678456 h 1838547"/>
                  <a:gd name="connsiteX26" fmla="*/ 2873764 w 3043479"/>
                  <a:gd name="connsiteY26" fmla="*/ 809068 h 1838547"/>
                  <a:gd name="connsiteX27" fmla="*/ 2664578 w 3043479"/>
                  <a:gd name="connsiteY27" fmla="*/ 1117506 h 1838547"/>
                  <a:gd name="connsiteX28" fmla="*/ 2454013 w 3043479"/>
                  <a:gd name="connsiteY28" fmla="*/ 1490044 h 1838547"/>
                  <a:gd name="connsiteX29" fmla="*/ 2449188 w 3043479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269059 w 3049294"/>
                  <a:gd name="connsiteY7" fmla="*/ 279727 h 1838547"/>
                  <a:gd name="connsiteX8" fmla="*/ 319374 w 3049294"/>
                  <a:gd name="connsiteY8" fmla="*/ 340381 h 1838547"/>
                  <a:gd name="connsiteX9" fmla="*/ 432065 w 3049294"/>
                  <a:gd name="connsiteY9" fmla="*/ 477541 h 1838547"/>
                  <a:gd name="connsiteX10" fmla="*/ 448952 w 3049294"/>
                  <a:gd name="connsiteY10" fmla="*/ 548878 h 1838547"/>
                  <a:gd name="connsiteX11" fmla="*/ 507193 w 3049294"/>
                  <a:gd name="connsiteY11" fmla="*/ 583340 h 1838547"/>
                  <a:gd name="connsiteX12" fmla="*/ 605411 w 3049294"/>
                  <a:gd name="connsiteY12" fmla="*/ 640203 h 1838547"/>
                  <a:gd name="connsiteX13" fmla="*/ 1007586 w 3049294"/>
                  <a:gd name="connsiteY13" fmla="*/ 834915 h 1838547"/>
                  <a:gd name="connsiteX14" fmla="*/ 1354622 w 3049294"/>
                  <a:gd name="connsiteY14" fmla="*/ 916591 h 1838547"/>
                  <a:gd name="connsiteX15" fmla="*/ 1700279 w 3049294"/>
                  <a:gd name="connsiteY15" fmla="*/ 954499 h 1838547"/>
                  <a:gd name="connsiteX16" fmla="*/ 1792982 w 3049294"/>
                  <a:gd name="connsiteY16" fmla="*/ 917969 h 1838547"/>
                  <a:gd name="connsiteX17" fmla="*/ 1934967 w 3049294"/>
                  <a:gd name="connsiteY17" fmla="*/ 733940 h 1838547"/>
                  <a:gd name="connsiteX18" fmla="*/ 2064545 w 3049294"/>
                  <a:gd name="connsiteY18" fmla="*/ 504421 h 1838547"/>
                  <a:gd name="connsiteX19" fmla="*/ 2282692 w 3049294"/>
                  <a:gd name="connsiteY19" fmla="*/ 47451 h 1838547"/>
                  <a:gd name="connsiteX20" fmla="*/ 2530476 w 3049294"/>
                  <a:gd name="connsiteY20" fmla="*/ 48829 h 1838547"/>
                  <a:gd name="connsiteX21" fmla="*/ 2751035 w 3049294"/>
                  <a:gd name="connsiteY21" fmla="*/ 191159 h 1838547"/>
                  <a:gd name="connsiteX22" fmla="*/ 2916798 w 3049294"/>
                  <a:gd name="connsiteY22" fmla="*/ 373120 h 1838547"/>
                  <a:gd name="connsiteX23" fmla="*/ 2989858 w 3049294"/>
                  <a:gd name="connsiteY23" fmla="*/ 472716 h 1838547"/>
                  <a:gd name="connsiteX24" fmla="*/ 3048444 w 3049294"/>
                  <a:gd name="connsiteY24" fmla="*/ 568866 h 1838547"/>
                  <a:gd name="connsiteX25" fmla="*/ 2970904 w 3049294"/>
                  <a:gd name="connsiteY25" fmla="*/ 678456 h 1838547"/>
                  <a:gd name="connsiteX26" fmla="*/ 2879579 w 3049294"/>
                  <a:gd name="connsiteY26" fmla="*/ 809068 h 1838547"/>
                  <a:gd name="connsiteX27" fmla="*/ 2670393 w 3049294"/>
                  <a:gd name="connsiteY27" fmla="*/ 1117506 h 1838547"/>
                  <a:gd name="connsiteX28" fmla="*/ 2459828 w 3049294"/>
                  <a:gd name="connsiteY28" fmla="*/ 1490044 h 1838547"/>
                  <a:gd name="connsiteX29" fmla="*/ 2455003 w 3049294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269059 w 3049294"/>
                  <a:gd name="connsiteY7" fmla="*/ 279727 h 1838547"/>
                  <a:gd name="connsiteX8" fmla="*/ 319374 w 3049294"/>
                  <a:gd name="connsiteY8" fmla="*/ 340381 h 1838547"/>
                  <a:gd name="connsiteX9" fmla="*/ 432065 w 3049294"/>
                  <a:gd name="connsiteY9" fmla="*/ 477541 h 1838547"/>
                  <a:gd name="connsiteX10" fmla="*/ 448952 w 3049294"/>
                  <a:gd name="connsiteY10" fmla="*/ 548878 h 1838547"/>
                  <a:gd name="connsiteX11" fmla="*/ 507193 w 3049294"/>
                  <a:gd name="connsiteY11" fmla="*/ 583340 h 1838547"/>
                  <a:gd name="connsiteX12" fmla="*/ 605411 w 3049294"/>
                  <a:gd name="connsiteY12" fmla="*/ 640203 h 1838547"/>
                  <a:gd name="connsiteX13" fmla="*/ 1007586 w 3049294"/>
                  <a:gd name="connsiteY13" fmla="*/ 834915 h 1838547"/>
                  <a:gd name="connsiteX14" fmla="*/ 1354622 w 3049294"/>
                  <a:gd name="connsiteY14" fmla="*/ 916591 h 1838547"/>
                  <a:gd name="connsiteX15" fmla="*/ 1700279 w 3049294"/>
                  <a:gd name="connsiteY15" fmla="*/ 954499 h 1838547"/>
                  <a:gd name="connsiteX16" fmla="*/ 1792982 w 3049294"/>
                  <a:gd name="connsiteY16" fmla="*/ 917969 h 1838547"/>
                  <a:gd name="connsiteX17" fmla="*/ 1934967 w 3049294"/>
                  <a:gd name="connsiteY17" fmla="*/ 733940 h 1838547"/>
                  <a:gd name="connsiteX18" fmla="*/ 2064545 w 3049294"/>
                  <a:gd name="connsiteY18" fmla="*/ 504421 h 1838547"/>
                  <a:gd name="connsiteX19" fmla="*/ 2282692 w 3049294"/>
                  <a:gd name="connsiteY19" fmla="*/ 47451 h 1838547"/>
                  <a:gd name="connsiteX20" fmla="*/ 2530476 w 3049294"/>
                  <a:gd name="connsiteY20" fmla="*/ 48829 h 1838547"/>
                  <a:gd name="connsiteX21" fmla="*/ 2751035 w 3049294"/>
                  <a:gd name="connsiteY21" fmla="*/ 191159 h 1838547"/>
                  <a:gd name="connsiteX22" fmla="*/ 2916798 w 3049294"/>
                  <a:gd name="connsiteY22" fmla="*/ 373120 h 1838547"/>
                  <a:gd name="connsiteX23" fmla="*/ 2989858 w 3049294"/>
                  <a:gd name="connsiteY23" fmla="*/ 472716 h 1838547"/>
                  <a:gd name="connsiteX24" fmla="*/ 3048444 w 3049294"/>
                  <a:gd name="connsiteY24" fmla="*/ 568866 h 1838547"/>
                  <a:gd name="connsiteX25" fmla="*/ 2970904 w 3049294"/>
                  <a:gd name="connsiteY25" fmla="*/ 678456 h 1838547"/>
                  <a:gd name="connsiteX26" fmla="*/ 2879579 w 3049294"/>
                  <a:gd name="connsiteY26" fmla="*/ 809068 h 1838547"/>
                  <a:gd name="connsiteX27" fmla="*/ 2670393 w 3049294"/>
                  <a:gd name="connsiteY27" fmla="*/ 1117506 h 1838547"/>
                  <a:gd name="connsiteX28" fmla="*/ 2459828 w 3049294"/>
                  <a:gd name="connsiteY28" fmla="*/ 1490044 h 1838547"/>
                  <a:gd name="connsiteX29" fmla="*/ 2455003 w 3049294"/>
                  <a:gd name="connsiteY29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121215 w 3049294"/>
                  <a:gd name="connsiteY6" fmla="*/ 200119 h 1838547"/>
                  <a:gd name="connsiteX7" fmla="*/ 319374 w 3049294"/>
                  <a:gd name="connsiteY7" fmla="*/ 340381 h 1838547"/>
                  <a:gd name="connsiteX8" fmla="*/ 432065 w 3049294"/>
                  <a:gd name="connsiteY8" fmla="*/ 477541 h 1838547"/>
                  <a:gd name="connsiteX9" fmla="*/ 448952 w 3049294"/>
                  <a:gd name="connsiteY9" fmla="*/ 548878 h 1838547"/>
                  <a:gd name="connsiteX10" fmla="*/ 507193 w 3049294"/>
                  <a:gd name="connsiteY10" fmla="*/ 583340 h 1838547"/>
                  <a:gd name="connsiteX11" fmla="*/ 605411 w 3049294"/>
                  <a:gd name="connsiteY11" fmla="*/ 640203 h 1838547"/>
                  <a:gd name="connsiteX12" fmla="*/ 1007586 w 3049294"/>
                  <a:gd name="connsiteY12" fmla="*/ 834915 h 1838547"/>
                  <a:gd name="connsiteX13" fmla="*/ 1354622 w 3049294"/>
                  <a:gd name="connsiteY13" fmla="*/ 916591 h 1838547"/>
                  <a:gd name="connsiteX14" fmla="*/ 1700279 w 3049294"/>
                  <a:gd name="connsiteY14" fmla="*/ 954499 h 1838547"/>
                  <a:gd name="connsiteX15" fmla="*/ 1792982 w 3049294"/>
                  <a:gd name="connsiteY15" fmla="*/ 917969 h 1838547"/>
                  <a:gd name="connsiteX16" fmla="*/ 1934967 w 3049294"/>
                  <a:gd name="connsiteY16" fmla="*/ 733940 h 1838547"/>
                  <a:gd name="connsiteX17" fmla="*/ 2064545 w 3049294"/>
                  <a:gd name="connsiteY17" fmla="*/ 504421 h 1838547"/>
                  <a:gd name="connsiteX18" fmla="*/ 2282692 w 3049294"/>
                  <a:gd name="connsiteY18" fmla="*/ 47451 h 1838547"/>
                  <a:gd name="connsiteX19" fmla="*/ 2530476 w 3049294"/>
                  <a:gd name="connsiteY19" fmla="*/ 48829 h 1838547"/>
                  <a:gd name="connsiteX20" fmla="*/ 2751035 w 3049294"/>
                  <a:gd name="connsiteY20" fmla="*/ 191159 h 1838547"/>
                  <a:gd name="connsiteX21" fmla="*/ 2916798 w 3049294"/>
                  <a:gd name="connsiteY21" fmla="*/ 373120 h 1838547"/>
                  <a:gd name="connsiteX22" fmla="*/ 2989858 w 3049294"/>
                  <a:gd name="connsiteY22" fmla="*/ 472716 h 1838547"/>
                  <a:gd name="connsiteX23" fmla="*/ 3048444 w 3049294"/>
                  <a:gd name="connsiteY23" fmla="*/ 568866 h 1838547"/>
                  <a:gd name="connsiteX24" fmla="*/ 2970904 w 3049294"/>
                  <a:gd name="connsiteY24" fmla="*/ 678456 h 1838547"/>
                  <a:gd name="connsiteX25" fmla="*/ 2879579 w 3049294"/>
                  <a:gd name="connsiteY25" fmla="*/ 809068 h 1838547"/>
                  <a:gd name="connsiteX26" fmla="*/ 2670393 w 3049294"/>
                  <a:gd name="connsiteY26" fmla="*/ 1117506 h 1838547"/>
                  <a:gd name="connsiteX27" fmla="*/ 2459828 w 3049294"/>
                  <a:gd name="connsiteY27" fmla="*/ 1490044 h 1838547"/>
                  <a:gd name="connsiteX28" fmla="*/ 2455003 w 3049294"/>
                  <a:gd name="connsiteY28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838547"/>
                  <a:gd name="connsiteX1" fmla="*/ 2340933 w 3049294"/>
                  <a:gd name="connsiteY1" fmla="*/ 1713704 h 1838547"/>
                  <a:gd name="connsiteX2" fmla="*/ 2266839 w 3049294"/>
                  <a:gd name="connsiteY2" fmla="*/ 1819504 h 1838547"/>
                  <a:gd name="connsiteX3" fmla="*/ 2149323 w 3049294"/>
                  <a:gd name="connsiteY3" fmla="*/ 1836735 h 1838547"/>
                  <a:gd name="connsiteX4" fmla="*/ 10072 w 3049294"/>
                  <a:gd name="connsiteY4" fmla="*/ 1836735 h 1838547"/>
                  <a:gd name="connsiteX5" fmla="*/ 1091 w 3049294"/>
                  <a:gd name="connsiteY5" fmla="*/ 147270 h 1838547"/>
                  <a:gd name="connsiteX6" fmla="*/ 319374 w 3049294"/>
                  <a:gd name="connsiteY6" fmla="*/ 340381 h 1838547"/>
                  <a:gd name="connsiteX7" fmla="*/ 432065 w 3049294"/>
                  <a:gd name="connsiteY7" fmla="*/ 477541 h 1838547"/>
                  <a:gd name="connsiteX8" fmla="*/ 448952 w 3049294"/>
                  <a:gd name="connsiteY8" fmla="*/ 548878 h 1838547"/>
                  <a:gd name="connsiteX9" fmla="*/ 507193 w 3049294"/>
                  <a:gd name="connsiteY9" fmla="*/ 583340 h 1838547"/>
                  <a:gd name="connsiteX10" fmla="*/ 605411 w 3049294"/>
                  <a:gd name="connsiteY10" fmla="*/ 640203 h 1838547"/>
                  <a:gd name="connsiteX11" fmla="*/ 1007586 w 3049294"/>
                  <a:gd name="connsiteY11" fmla="*/ 834915 h 1838547"/>
                  <a:gd name="connsiteX12" fmla="*/ 1354622 w 3049294"/>
                  <a:gd name="connsiteY12" fmla="*/ 916591 h 1838547"/>
                  <a:gd name="connsiteX13" fmla="*/ 1700279 w 3049294"/>
                  <a:gd name="connsiteY13" fmla="*/ 954499 h 1838547"/>
                  <a:gd name="connsiteX14" fmla="*/ 1792982 w 3049294"/>
                  <a:gd name="connsiteY14" fmla="*/ 917969 h 1838547"/>
                  <a:gd name="connsiteX15" fmla="*/ 1934967 w 3049294"/>
                  <a:gd name="connsiteY15" fmla="*/ 733940 h 1838547"/>
                  <a:gd name="connsiteX16" fmla="*/ 2064545 w 3049294"/>
                  <a:gd name="connsiteY16" fmla="*/ 504421 h 1838547"/>
                  <a:gd name="connsiteX17" fmla="*/ 2282692 w 3049294"/>
                  <a:gd name="connsiteY17" fmla="*/ 47451 h 1838547"/>
                  <a:gd name="connsiteX18" fmla="*/ 2530476 w 3049294"/>
                  <a:gd name="connsiteY18" fmla="*/ 48829 h 1838547"/>
                  <a:gd name="connsiteX19" fmla="*/ 2751035 w 3049294"/>
                  <a:gd name="connsiteY19" fmla="*/ 191159 h 1838547"/>
                  <a:gd name="connsiteX20" fmla="*/ 2916798 w 3049294"/>
                  <a:gd name="connsiteY20" fmla="*/ 373120 h 1838547"/>
                  <a:gd name="connsiteX21" fmla="*/ 2989858 w 3049294"/>
                  <a:gd name="connsiteY21" fmla="*/ 472716 h 1838547"/>
                  <a:gd name="connsiteX22" fmla="*/ 3048444 w 3049294"/>
                  <a:gd name="connsiteY22" fmla="*/ 568866 h 1838547"/>
                  <a:gd name="connsiteX23" fmla="*/ 2970904 w 3049294"/>
                  <a:gd name="connsiteY23" fmla="*/ 678456 h 1838547"/>
                  <a:gd name="connsiteX24" fmla="*/ 2879579 w 3049294"/>
                  <a:gd name="connsiteY24" fmla="*/ 809068 h 1838547"/>
                  <a:gd name="connsiteX25" fmla="*/ 2670393 w 3049294"/>
                  <a:gd name="connsiteY25" fmla="*/ 1117506 h 1838547"/>
                  <a:gd name="connsiteX26" fmla="*/ 2459828 w 3049294"/>
                  <a:gd name="connsiteY26" fmla="*/ 1490044 h 1838547"/>
                  <a:gd name="connsiteX27" fmla="*/ 2455003 w 3049294"/>
                  <a:gd name="connsiteY27" fmla="*/ 1502795 h 1838547"/>
                  <a:gd name="connsiteX0" fmla="*/ 2455003 w 3049294"/>
                  <a:gd name="connsiteY0" fmla="*/ 1502795 h 1960695"/>
                  <a:gd name="connsiteX1" fmla="*/ 2340933 w 3049294"/>
                  <a:gd name="connsiteY1" fmla="*/ 1713704 h 1960695"/>
                  <a:gd name="connsiteX2" fmla="*/ 2266839 w 3049294"/>
                  <a:gd name="connsiteY2" fmla="*/ 1819504 h 1960695"/>
                  <a:gd name="connsiteX3" fmla="*/ 10072 w 3049294"/>
                  <a:gd name="connsiteY3" fmla="*/ 1836735 h 1960695"/>
                  <a:gd name="connsiteX4" fmla="*/ 1091 w 3049294"/>
                  <a:gd name="connsiteY4" fmla="*/ 147270 h 1960695"/>
                  <a:gd name="connsiteX5" fmla="*/ 319374 w 3049294"/>
                  <a:gd name="connsiteY5" fmla="*/ 340381 h 1960695"/>
                  <a:gd name="connsiteX6" fmla="*/ 432065 w 3049294"/>
                  <a:gd name="connsiteY6" fmla="*/ 477541 h 1960695"/>
                  <a:gd name="connsiteX7" fmla="*/ 448952 w 3049294"/>
                  <a:gd name="connsiteY7" fmla="*/ 548878 h 1960695"/>
                  <a:gd name="connsiteX8" fmla="*/ 507193 w 3049294"/>
                  <a:gd name="connsiteY8" fmla="*/ 583340 h 1960695"/>
                  <a:gd name="connsiteX9" fmla="*/ 605411 w 3049294"/>
                  <a:gd name="connsiteY9" fmla="*/ 640203 h 1960695"/>
                  <a:gd name="connsiteX10" fmla="*/ 1007586 w 3049294"/>
                  <a:gd name="connsiteY10" fmla="*/ 834915 h 1960695"/>
                  <a:gd name="connsiteX11" fmla="*/ 1354622 w 3049294"/>
                  <a:gd name="connsiteY11" fmla="*/ 916591 h 1960695"/>
                  <a:gd name="connsiteX12" fmla="*/ 1700279 w 3049294"/>
                  <a:gd name="connsiteY12" fmla="*/ 954499 h 1960695"/>
                  <a:gd name="connsiteX13" fmla="*/ 1792982 w 3049294"/>
                  <a:gd name="connsiteY13" fmla="*/ 917969 h 1960695"/>
                  <a:gd name="connsiteX14" fmla="*/ 1934967 w 3049294"/>
                  <a:gd name="connsiteY14" fmla="*/ 733940 h 1960695"/>
                  <a:gd name="connsiteX15" fmla="*/ 2064545 w 3049294"/>
                  <a:gd name="connsiteY15" fmla="*/ 504421 h 1960695"/>
                  <a:gd name="connsiteX16" fmla="*/ 2282692 w 3049294"/>
                  <a:gd name="connsiteY16" fmla="*/ 47451 h 1960695"/>
                  <a:gd name="connsiteX17" fmla="*/ 2530476 w 3049294"/>
                  <a:gd name="connsiteY17" fmla="*/ 48829 h 1960695"/>
                  <a:gd name="connsiteX18" fmla="*/ 2751035 w 3049294"/>
                  <a:gd name="connsiteY18" fmla="*/ 191159 h 1960695"/>
                  <a:gd name="connsiteX19" fmla="*/ 2916798 w 3049294"/>
                  <a:gd name="connsiteY19" fmla="*/ 373120 h 1960695"/>
                  <a:gd name="connsiteX20" fmla="*/ 2989858 w 3049294"/>
                  <a:gd name="connsiteY20" fmla="*/ 472716 h 1960695"/>
                  <a:gd name="connsiteX21" fmla="*/ 3048444 w 3049294"/>
                  <a:gd name="connsiteY21" fmla="*/ 568866 h 1960695"/>
                  <a:gd name="connsiteX22" fmla="*/ 2970904 w 3049294"/>
                  <a:gd name="connsiteY22" fmla="*/ 678456 h 1960695"/>
                  <a:gd name="connsiteX23" fmla="*/ 2879579 w 3049294"/>
                  <a:gd name="connsiteY23" fmla="*/ 809068 h 1960695"/>
                  <a:gd name="connsiteX24" fmla="*/ 2670393 w 3049294"/>
                  <a:gd name="connsiteY24" fmla="*/ 1117506 h 1960695"/>
                  <a:gd name="connsiteX25" fmla="*/ 2459828 w 3049294"/>
                  <a:gd name="connsiteY25" fmla="*/ 1490044 h 1960695"/>
                  <a:gd name="connsiteX26" fmla="*/ 2455003 w 3049294"/>
                  <a:gd name="connsiteY26" fmla="*/ 1502795 h 1960695"/>
                  <a:gd name="connsiteX0" fmla="*/ 2455003 w 3049294"/>
                  <a:gd name="connsiteY0" fmla="*/ 1502795 h 1842121"/>
                  <a:gd name="connsiteX1" fmla="*/ 2340933 w 3049294"/>
                  <a:gd name="connsiteY1" fmla="*/ 1713704 h 1842121"/>
                  <a:gd name="connsiteX2" fmla="*/ 2266839 w 3049294"/>
                  <a:gd name="connsiteY2" fmla="*/ 1819504 h 1842121"/>
                  <a:gd name="connsiteX3" fmla="*/ 10072 w 3049294"/>
                  <a:gd name="connsiteY3" fmla="*/ 1836735 h 1842121"/>
                  <a:gd name="connsiteX4" fmla="*/ 1091 w 3049294"/>
                  <a:gd name="connsiteY4" fmla="*/ 147270 h 1842121"/>
                  <a:gd name="connsiteX5" fmla="*/ 319374 w 3049294"/>
                  <a:gd name="connsiteY5" fmla="*/ 340381 h 1842121"/>
                  <a:gd name="connsiteX6" fmla="*/ 432065 w 3049294"/>
                  <a:gd name="connsiteY6" fmla="*/ 477541 h 1842121"/>
                  <a:gd name="connsiteX7" fmla="*/ 448952 w 3049294"/>
                  <a:gd name="connsiteY7" fmla="*/ 548878 h 1842121"/>
                  <a:gd name="connsiteX8" fmla="*/ 507193 w 3049294"/>
                  <a:gd name="connsiteY8" fmla="*/ 583340 h 1842121"/>
                  <a:gd name="connsiteX9" fmla="*/ 605411 w 3049294"/>
                  <a:gd name="connsiteY9" fmla="*/ 640203 h 1842121"/>
                  <a:gd name="connsiteX10" fmla="*/ 1007586 w 3049294"/>
                  <a:gd name="connsiteY10" fmla="*/ 834915 h 1842121"/>
                  <a:gd name="connsiteX11" fmla="*/ 1354622 w 3049294"/>
                  <a:gd name="connsiteY11" fmla="*/ 916591 h 1842121"/>
                  <a:gd name="connsiteX12" fmla="*/ 1700279 w 3049294"/>
                  <a:gd name="connsiteY12" fmla="*/ 954499 h 1842121"/>
                  <a:gd name="connsiteX13" fmla="*/ 1792982 w 3049294"/>
                  <a:gd name="connsiteY13" fmla="*/ 917969 h 1842121"/>
                  <a:gd name="connsiteX14" fmla="*/ 1934967 w 3049294"/>
                  <a:gd name="connsiteY14" fmla="*/ 733940 h 1842121"/>
                  <a:gd name="connsiteX15" fmla="*/ 2064545 w 3049294"/>
                  <a:gd name="connsiteY15" fmla="*/ 504421 h 1842121"/>
                  <a:gd name="connsiteX16" fmla="*/ 2282692 w 3049294"/>
                  <a:gd name="connsiteY16" fmla="*/ 47451 h 1842121"/>
                  <a:gd name="connsiteX17" fmla="*/ 2530476 w 3049294"/>
                  <a:gd name="connsiteY17" fmla="*/ 48829 h 1842121"/>
                  <a:gd name="connsiteX18" fmla="*/ 2751035 w 3049294"/>
                  <a:gd name="connsiteY18" fmla="*/ 191159 h 1842121"/>
                  <a:gd name="connsiteX19" fmla="*/ 2916798 w 3049294"/>
                  <a:gd name="connsiteY19" fmla="*/ 373120 h 1842121"/>
                  <a:gd name="connsiteX20" fmla="*/ 2989858 w 3049294"/>
                  <a:gd name="connsiteY20" fmla="*/ 472716 h 1842121"/>
                  <a:gd name="connsiteX21" fmla="*/ 3048444 w 3049294"/>
                  <a:gd name="connsiteY21" fmla="*/ 568866 h 1842121"/>
                  <a:gd name="connsiteX22" fmla="*/ 2970904 w 3049294"/>
                  <a:gd name="connsiteY22" fmla="*/ 678456 h 1842121"/>
                  <a:gd name="connsiteX23" fmla="*/ 2879579 w 3049294"/>
                  <a:gd name="connsiteY23" fmla="*/ 809068 h 1842121"/>
                  <a:gd name="connsiteX24" fmla="*/ 2670393 w 3049294"/>
                  <a:gd name="connsiteY24" fmla="*/ 1117506 h 1842121"/>
                  <a:gd name="connsiteX25" fmla="*/ 2459828 w 3049294"/>
                  <a:gd name="connsiteY25" fmla="*/ 1490044 h 1842121"/>
                  <a:gd name="connsiteX26" fmla="*/ 2455003 w 3049294"/>
                  <a:gd name="connsiteY26" fmla="*/ 1502795 h 1842121"/>
                  <a:gd name="connsiteX0" fmla="*/ 2455003 w 3049294"/>
                  <a:gd name="connsiteY0" fmla="*/ 1502795 h 1847492"/>
                  <a:gd name="connsiteX1" fmla="*/ 2340933 w 3049294"/>
                  <a:gd name="connsiteY1" fmla="*/ 1713704 h 1847492"/>
                  <a:gd name="connsiteX2" fmla="*/ 2216354 w 3049294"/>
                  <a:gd name="connsiteY2" fmla="*/ 1833928 h 1847492"/>
                  <a:gd name="connsiteX3" fmla="*/ 10072 w 3049294"/>
                  <a:gd name="connsiteY3" fmla="*/ 1836735 h 1847492"/>
                  <a:gd name="connsiteX4" fmla="*/ 1091 w 3049294"/>
                  <a:gd name="connsiteY4" fmla="*/ 147270 h 1847492"/>
                  <a:gd name="connsiteX5" fmla="*/ 319374 w 3049294"/>
                  <a:gd name="connsiteY5" fmla="*/ 340381 h 1847492"/>
                  <a:gd name="connsiteX6" fmla="*/ 432065 w 3049294"/>
                  <a:gd name="connsiteY6" fmla="*/ 477541 h 1847492"/>
                  <a:gd name="connsiteX7" fmla="*/ 448952 w 3049294"/>
                  <a:gd name="connsiteY7" fmla="*/ 548878 h 1847492"/>
                  <a:gd name="connsiteX8" fmla="*/ 507193 w 3049294"/>
                  <a:gd name="connsiteY8" fmla="*/ 583340 h 1847492"/>
                  <a:gd name="connsiteX9" fmla="*/ 605411 w 3049294"/>
                  <a:gd name="connsiteY9" fmla="*/ 640203 h 1847492"/>
                  <a:gd name="connsiteX10" fmla="*/ 1007586 w 3049294"/>
                  <a:gd name="connsiteY10" fmla="*/ 834915 h 1847492"/>
                  <a:gd name="connsiteX11" fmla="*/ 1354622 w 3049294"/>
                  <a:gd name="connsiteY11" fmla="*/ 916591 h 1847492"/>
                  <a:gd name="connsiteX12" fmla="*/ 1700279 w 3049294"/>
                  <a:gd name="connsiteY12" fmla="*/ 954499 h 1847492"/>
                  <a:gd name="connsiteX13" fmla="*/ 1792982 w 3049294"/>
                  <a:gd name="connsiteY13" fmla="*/ 917969 h 1847492"/>
                  <a:gd name="connsiteX14" fmla="*/ 1934967 w 3049294"/>
                  <a:gd name="connsiteY14" fmla="*/ 733940 h 1847492"/>
                  <a:gd name="connsiteX15" fmla="*/ 2064545 w 3049294"/>
                  <a:gd name="connsiteY15" fmla="*/ 504421 h 1847492"/>
                  <a:gd name="connsiteX16" fmla="*/ 2282692 w 3049294"/>
                  <a:gd name="connsiteY16" fmla="*/ 47451 h 1847492"/>
                  <a:gd name="connsiteX17" fmla="*/ 2530476 w 3049294"/>
                  <a:gd name="connsiteY17" fmla="*/ 48829 h 1847492"/>
                  <a:gd name="connsiteX18" fmla="*/ 2751035 w 3049294"/>
                  <a:gd name="connsiteY18" fmla="*/ 191159 h 1847492"/>
                  <a:gd name="connsiteX19" fmla="*/ 2916798 w 3049294"/>
                  <a:gd name="connsiteY19" fmla="*/ 373120 h 1847492"/>
                  <a:gd name="connsiteX20" fmla="*/ 2989858 w 3049294"/>
                  <a:gd name="connsiteY20" fmla="*/ 472716 h 1847492"/>
                  <a:gd name="connsiteX21" fmla="*/ 3048444 w 3049294"/>
                  <a:gd name="connsiteY21" fmla="*/ 568866 h 1847492"/>
                  <a:gd name="connsiteX22" fmla="*/ 2970904 w 3049294"/>
                  <a:gd name="connsiteY22" fmla="*/ 678456 h 1847492"/>
                  <a:gd name="connsiteX23" fmla="*/ 2879579 w 3049294"/>
                  <a:gd name="connsiteY23" fmla="*/ 809068 h 1847492"/>
                  <a:gd name="connsiteX24" fmla="*/ 2670393 w 3049294"/>
                  <a:gd name="connsiteY24" fmla="*/ 1117506 h 1847492"/>
                  <a:gd name="connsiteX25" fmla="*/ 2459828 w 3049294"/>
                  <a:gd name="connsiteY25" fmla="*/ 1490044 h 1847492"/>
                  <a:gd name="connsiteX26" fmla="*/ 2455003 w 3049294"/>
                  <a:gd name="connsiteY26" fmla="*/ 1502795 h 1847492"/>
                  <a:gd name="connsiteX0" fmla="*/ 2455003 w 3049294"/>
                  <a:gd name="connsiteY0" fmla="*/ 1502795 h 1847492"/>
                  <a:gd name="connsiteX1" fmla="*/ 2340933 w 3049294"/>
                  <a:gd name="connsiteY1" fmla="*/ 1713704 h 1847492"/>
                  <a:gd name="connsiteX2" fmla="*/ 2216354 w 3049294"/>
                  <a:gd name="connsiteY2" fmla="*/ 1833928 h 1847492"/>
                  <a:gd name="connsiteX3" fmla="*/ 10072 w 3049294"/>
                  <a:gd name="connsiteY3" fmla="*/ 1836735 h 1847492"/>
                  <a:gd name="connsiteX4" fmla="*/ 1091 w 3049294"/>
                  <a:gd name="connsiteY4" fmla="*/ 147270 h 1847492"/>
                  <a:gd name="connsiteX5" fmla="*/ 319374 w 3049294"/>
                  <a:gd name="connsiteY5" fmla="*/ 340381 h 1847492"/>
                  <a:gd name="connsiteX6" fmla="*/ 432065 w 3049294"/>
                  <a:gd name="connsiteY6" fmla="*/ 477541 h 1847492"/>
                  <a:gd name="connsiteX7" fmla="*/ 448952 w 3049294"/>
                  <a:gd name="connsiteY7" fmla="*/ 548878 h 1847492"/>
                  <a:gd name="connsiteX8" fmla="*/ 507193 w 3049294"/>
                  <a:gd name="connsiteY8" fmla="*/ 583340 h 1847492"/>
                  <a:gd name="connsiteX9" fmla="*/ 605411 w 3049294"/>
                  <a:gd name="connsiteY9" fmla="*/ 640203 h 1847492"/>
                  <a:gd name="connsiteX10" fmla="*/ 1007586 w 3049294"/>
                  <a:gd name="connsiteY10" fmla="*/ 834915 h 1847492"/>
                  <a:gd name="connsiteX11" fmla="*/ 1354622 w 3049294"/>
                  <a:gd name="connsiteY11" fmla="*/ 916591 h 1847492"/>
                  <a:gd name="connsiteX12" fmla="*/ 1700279 w 3049294"/>
                  <a:gd name="connsiteY12" fmla="*/ 954499 h 1847492"/>
                  <a:gd name="connsiteX13" fmla="*/ 1792982 w 3049294"/>
                  <a:gd name="connsiteY13" fmla="*/ 917969 h 1847492"/>
                  <a:gd name="connsiteX14" fmla="*/ 1934967 w 3049294"/>
                  <a:gd name="connsiteY14" fmla="*/ 733940 h 1847492"/>
                  <a:gd name="connsiteX15" fmla="*/ 2064545 w 3049294"/>
                  <a:gd name="connsiteY15" fmla="*/ 504421 h 1847492"/>
                  <a:gd name="connsiteX16" fmla="*/ 2282692 w 3049294"/>
                  <a:gd name="connsiteY16" fmla="*/ 47451 h 1847492"/>
                  <a:gd name="connsiteX17" fmla="*/ 2530476 w 3049294"/>
                  <a:gd name="connsiteY17" fmla="*/ 48829 h 1847492"/>
                  <a:gd name="connsiteX18" fmla="*/ 2751035 w 3049294"/>
                  <a:gd name="connsiteY18" fmla="*/ 191159 h 1847492"/>
                  <a:gd name="connsiteX19" fmla="*/ 2916798 w 3049294"/>
                  <a:gd name="connsiteY19" fmla="*/ 373120 h 1847492"/>
                  <a:gd name="connsiteX20" fmla="*/ 2989858 w 3049294"/>
                  <a:gd name="connsiteY20" fmla="*/ 472716 h 1847492"/>
                  <a:gd name="connsiteX21" fmla="*/ 3048444 w 3049294"/>
                  <a:gd name="connsiteY21" fmla="*/ 568866 h 1847492"/>
                  <a:gd name="connsiteX22" fmla="*/ 2970904 w 3049294"/>
                  <a:gd name="connsiteY22" fmla="*/ 678456 h 1847492"/>
                  <a:gd name="connsiteX23" fmla="*/ 2879579 w 3049294"/>
                  <a:gd name="connsiteY23" fmla="*/ 809068 h 1847492"/>
                  <a:gd name="connsiteX24" fmla="*/ 2670393 w 3049294"/>
                  <a:gd name="connsiteY24" fmla="*/ 1117506 h 1847492"/>
                  <a:gd name="connsiteX25" fmla="*/ 2459828 w 3049294"/>
                  <a:gd name="connsiteY25" fmla="*/ 1490044 h 1847492"/>
                  <a:gd name="connsiteX26" fmla="*/ 2455003 w 3049294"/>
                  <a:gd name="connsiteY26" fmla="*/ 1502795 h 1847492"/>
                  <a:gd name="connsiteX0" fmla="*/ 2455003 w 3049294"/>
                  <a:gd name="connsiteY0" fmla="*/ 1502795 h 1847492"/>
                  <a:gd name="connsiteX1" fmla="*/ 2216354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25" fmla="*/ 2455003 w 3049294"/>
                  <a:gd name="connsiteY25" fmla="*/ 1502795 h 1847492"/>
                  <a:gd name="connsiteX0" fmla="*/ 2459828 w 3049294"/>
                  <a:gd name="connsiteY0" fmla="*/ 1490044 h 1847492"/>
                  <a:gd name="connsiteX1" fmla="*/ 2216354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0" fmla="*/ 2459828 w 3049294"/>
                  <a:gd name="connsiteY0" fmla="*/ 1490044 h 1847492"/>
                  <a:gd name="connsiteX1" fmla="*/ 2209141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  <a:gd name="connsiteX0" fmla="*/ 2459828 w 3049294"/>
                  <a:gd name="connsiteY0" fmla="*/ 1490044 h 1847492"/>
                  <a:gd name="connsiteX1" fmla="*/ 2209141 w 3049294"/>
                  <a:gd name="connsiteY1" fmla="*/ 1833928 h 1847492"/>
                  <a:gd name="connsiteX2" fmla="*/ 10072 w 3049294"/>
                  <a:gd name="connsiteY2" fmla="*/ 1836735 h 1847492"/>
                  <a:gd name="connsiteX3" fmla="*/ 1091 w 3049294"/>
                  <a:gd name="connsiteY3" fmla="*/ 147270 h 1847492"/>
                  <a:gd name="connsiteX4" fmla="*/ 319374 w 3049294"/>
                  <a:gd name="connsiteY4" fmla="*/ 340381 h 1847492"/>
                  <a:gd name="connsiteX5" fmla="*/ 432065 w 3049294"/>
                  <a:gd name="connsiteY5" fmla="*/ 477541 h 1847492"/>
                  <a:gd name="connsiteX6" fmla="*/ 448952 w 3049294"/>
                  <a:gd name="connsiteY6" fmla="*/ 548878 h 1847492"/>
                  <a:gd name="connsiteX7" fmla="*/ 507193 w 3049294"/>
                  <a:gd name="connsiteY7" fmla="*/ 583340 h 1847492"/>
                  <a:gd name="connsiteX8" fmla="*/ 605411 w 3049294"/>
                  <a:gd name="connsiteY8" fmla="*/ 640203 h 1847492"/>
                  <a:gd name="connsiteX9" fmla="*/ 1007586 w 3049294"/>
                  <a:gd name="connsiteY9" fmla="*/ 834915 h 1847492"/>
                  <a:gd name="connsiteX10" fmla="*/ 1354622 w 3049294"/>
                  <a:gd name="connsiteY10" fmla="*/ 916591 h 1847492"/>
                  <a:gd name="connsiteX11" fmla="*/ 1700279 w 3049294"/>
                  <a:gd name="connsiteY11" fmla="*/ 954499 h 1847492"/>
                  <a:gd name="connsiteX12" fmla="*/ 1792982 w 3049294"/>
                  <a:gd name="connsiteY12" fmla="*/ 917969 h 1847492"/>
                  <a:gd name="connsiteX13" fmla="*/ 1934967 w 3049294"/>
                  <a:gd name="connsiteY13" fmla="*/ 733940 h 1847492"/>
                  <a:gd name="connsiteX14" fmla="*/ 2064545 w 3049294"/>
                  <a:gd name="connsiteY14" fmla="*/ 504421 h 1847492"/>
                  <a:gd name="connsiteX15" fmla="*/ 2282692 w 3049294"/>
                  <a:gd name="connsiteY15" fmla="*/ 47451 h 1847492"/>
                  <a:gd name="connsiteX16" fmla="*/ 2530476 w 3049294"/>
                  <a:gd name="connsiteY16" fmla="*/ 48829 h 1847492"/>
                  <a:gd name="connsiteX17" fmla="*/ 2751035 w 3049294"/>
                  <a:gd name="connsiteY17" fmla="*/ 191159 h 1847492"/>
                  <a:gd name="connsiteX18" fmla="*/ 2916798 w 3049294"/>
                  <a:gd name="connsiteY18" fmla="*/ 373120 h 1847492"/>
                  <a:gd name="connsiteX19" fmla="*/ 2989858 w 3049294"/>
                  <a:gd name="connsiteY19" fmla="*/ 472716 h 1847492"/>
                  <a:gd name="connsiteX20" fmla="*/ 3048444 w 3049294"/>
                  <a:gd name="connsiteY20" fmla="*/ 568866 h 1847492"/>
                  <a:gd name="connsiteX21" fmla="*/ 2970904 w 3049294"/>
                  <a:gd name="connsiteY21" fmla="*/ 678456 h 1847492"/>
                  <a:gd name="connsiteX22" fmla="*/ 2879579 w 3049294"/>
                  <a:gd name="connsiteY22" fmla="*/ 809068 h 1847492"/>
                  <a:gd name="connsiteX23" fmla="*/ 2670393 w 3049294"/>
                  <a:gd name="connsiteY23" fmla="*/ 1117506 h 1847492"/>
                  <a:gd name="connsiteX24" fmla="*/ 2459828 w 3049294"/>
                  <a:gd name="connsiteY24" fmla="*/ 1490044 h 1847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9294" h="1847492">
                    <a:moveTo>
                      <a:pt x="2459828" y="1490044"/>
                    </a:moveTo>
                    <a:cubicBezTo>
                      <a:pt x="2384155" y="1609448"/>
                      <a:pt x="2285671" y="1754510"/>
                      <a:pt x="2209141" y="1833928"/>
                    </a:cubicBezTo>
                    <a:cubicBezTo>
                      <a:pt x="1820664" y="1854433"/>
                      <a:pt x="863704" y="1848588"/>
                      <a:pt x="10072" y="1836735"/>
                    </a:cubicBezTo>
                    <a:cubicBezTo>
                      <a:pt x="5433" y="1190939"/>
                      <a:pt x="-3009" y="773439"/>
                      <a:pt x="1091" y="147270"/>
                    </a:cubicBezTo>
                    <a:cubicBezTo>
                      <a:pt x="175248" y="186368"/>
                      <a:pt x="247545" y="285336"/>
                      <a:pt x="319374" y="340381"/>
                    </a:cubicBezTo>
                    <a:cubicBezTo>
                      <a:pt x="360384" y="381391"/>
                      <a:pt x="396225" y="431706"/>
                      <a:pt x="432065" y="477541"/>
                    </a:cubicBezTo>
                    <a:cubicBezTo>
                      <a:pt x="448607" y="498563"/>
                      <a:pt x="434822" y="528890"/>
                      <a:pt x="448952" y="548878"/>
                    </a:cubicBezTo>
                    <a:cubicBezTo>
                      <a:pt x="461014" y="565420"/>
                      <a:pt x="489962" y="573346"/>
                      <a:pt x="507193" y="583340"/>
                    </a:cubicBezTo>
                    <a:lnTo>
                      <a:pt x="605411" y="640203"/>
                    </a:lnTo>
                    <a:cubicBezTo>
                      <a:pt x="736368" y="716365"/>
                      <a:pt x="864223" y="784600"/>
                      <a:pt x="1007586" y="834915"/>
                    </a:cubicBezTo>
                    <a:cubicBezTo>
                      <a:pt x="1119933" y="874202"/>
                      <a:pt x="1236761" y="899015"/>
                      <a:pt x="1354622" y="916591"/>
                    </a:cubicBezTo>
                    <a:cubicBezTo>
                      <a:pt x="1468347" y="933477"/>
                      <a:pt x="1588621" y="930376"/>
                      <a:pt x="1700279" y="954499"/>
                    </a:cubicBezTo>
                    <a:cubicBezTo>
                      <a:pt x="1739221" y="962770"/>
                      <a:pt x="1765757" y="937957"/>
                      <a:pt x="1792982" y="917969"/>
                    </a:cubicBezTo>
                    <a:cubicBezTo>
                      <a:pt x="1858805" y="869722"/>
                      <a:pt x="1893957" y="802865"/>
                      <a:pt x="1934967" y="733940"/>
                    </a:cubicBezTo>
                    <a:cubicBezTo>
                      <a:pt x="1980113" y="658468"/>
                      <a:pt x="2023190" y="581961"/>
                      <a:pt x="2064545" y="504421"/>
                    </a:cubicBezTo>
                    <a:cubicBezTo>
                      <a:pt x="2144498" y="355199"/>
                      <a:pt x="2207909" y="199085"/>
                      <a:pt x="2282692" y="47451"/>
                    </a:cubicBezTo>
                    <a:cubicBezTo>
                      <a:pt x="2327493" y="-43874"/>
                      <a:pt x="2460517" y="19536"/>
                      <a:pt x="2530476" y="48829"/>
                    </a:cubicBezTo>
                    <a:cubicBezTo>
                      <a:pt x="2611807" y="82602"/>
                      <a:pt x="2685901" y="132573"/>
                      <a:pt x="2751035" y="191159"/>
                    </a:cubicBezTo>
                    <a:cubicBezTo>
                      <a:pt x="2812378" y="245954"/>
                      <a:pt x="2866483" y="308331"/>
                      <a:pt x="2916798" y="373120"/>
                    </a:cubicBezTo>
                    <a:cubicBezTo>
                      <a:pt x="2941956" y="405859"/>
                      <a:pt x="2966080" y="439288"/>
                      <a:pt x="2989858" y="472716"/>
                    </a:cubicBezTo>
                    <a:cubicBezTo>
                      <a:pt x="3002265" y="489947"/>
                      <a:pt x="3056715" y="547499"/>
                      <a:pt x="3048444" y="568866"/>
                    </a:cubicBezTo>
                    <a:cubicBezTo>
                      <a:pt x="3032592" y="610565"/>
                      <a:pt x="2996062" y="642271"/>
                      <a:pt x="2970904" y="678456"/>
                    </a:cubicBezTo>
                    <a:lnTo>
                      <a:pt x="2879579" y="809068"/>
                    </a:lnTo>
                    <a:cubicBezTo>
                      <a:pt x="2810654" y="912455"/>
                      <a:pt x="2736560" y="1012396"/>
                      <a:pt x="2670393" y="1117506"/>
                    </a:cubicBezTo>
                    <a:cubicBezTo>
                      <a:pt x="2594920" y="1237779"/>
                      <a:pt x="2516691" y="1360121"/>
                      <a:pt x="2459828" y="14900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" name="Freeform: Shape 11">
                <a:extLst>
                  <a:ext uri="{FF2B5EF4-FFF2-40B4-BE49-F238E27FC236}">
                    <a16:creationId xmlns:a16="http://schemas.microsoft.com/office/drawing/2014/main" id="{A29D31DB-56C8-A2E4-683B-0E3DBAE1F7C4}"/>
                  </a:ext>
                </a:extLst>
              </p:cNvPr>
              <p:cNvSpPr/>
              <p:nvPr/>
            </p:nvSpPr>
            <p:spPr>
              <a:xfrm>
                <a:off x="7145627" y="3337195"/>
                <a:ext cx="930482" cy="1464649"/>
              </a:xfrm>
              <a:custGeom>
                <a:avLst/>
                <a:gdLst>
                  <a:gd name="connsiteX0" fmla="*/ 897402 w 930482"/>
                  <a:gd name="connsiteY0" fmla="*/ 873838 h 1464648"/>
                  <a:gd name="connsiteX1" fmla="*/ 793671 w 930482"/>
                  <a:gd name="connsiteY1" fmla="*/ 1069240 h 1464648"/>
                  <a:gd name="connsiteX2" fmla="*/ 603439 w 930482"/>
                  <a:gd name="connsiteY2" fmla="*/ 1334255 h 1464648"/>
                  <a:gd name="connsiteX3" fmla="*/ 568632 w 930482"/>
                  <a:gd name="connsiteY3" fmla="*/ 1464867 h 1464648"/>
                  <a:gd name="connsiteX4" fmla="*/ 547954 w 930482"/>
                  <a:gd name="connsiteY4" fmla="*/ 1460043 h 1464648"/>
                  <a:gd name="connsiteX5" fmla="*/ 387015 w 930482"/>
                  <a:gd name="connsiteY5" fmla="*/ 1371130 h 1464648"/>
                  <a:gd name="connsiteX6" fmla="*/ 238827 w 930482"/>
                  <a:gd name="connsiteY6" fmla="*/ 1317369 h 1464648"/>
                  <a:gd name="connsiteX7" fmla="*/ 126136 w 930482"/>
                  <a:gd name="connsiteY7" fmla="*/ 1308753 h 1464648"/>
                  <a:gd name="connsiteX8" fmla="*/ 54109 w 930482"/>
                  <a:gd name="connsiteY8" fmla="*/ 1173661 h 1464648"/>
                  <a:gd name="connsiteX9" fmla="*/ 4 w 930482"/>
                  <a:gd name="connsiteY9" fmla="*/ 913815 h 1464648"/>
                  <a:gd name="connsiteX10" fmla="*/ 23438 w 930482"/>
                  <a:gd name="connsiteY10" fmla="*/ 783892 h 1464648"/>
                  <a:gd name="connsiteX11" fmla="*/ 51697 w 930482"/>
                  <a:gd name="connsiteY11" fmla="*/ 406185 h 1464648"/>
                  <a:gd name="connsiteX12" fmla="*/ 54454 w 930482"/>
                  <a:gd name="connsiteY12" fmla="*/ 396191 h 1464648"/>
                  <a:gd name="connsiteX13" fmla="*/ 99255 w 930482"/>
                  <a:gd name="connsiteY13" fmla="*/ 389987 h 1464648"/>
                  <a:gd name="connsiteX14" fmla="*/ 160943 w 930482"/>
                  <a:gd name="connsiteY14" fmla="*/ 415145 h 1464648"/>
                  <a:gd name="connsiteX15" fmla="*/ 191269 w 930482"/>
                  <a:gd name="connsiteY15" fmla="*/ 492685 h 1464648"/>
                  <a:gd name="connsiteX16" fmla="*/ 206433 w 930482"/>
                  <a:gd name="connsiteY16" fmla="*/ 640873 h 1464648"/>
                  <a:gd name="connsiteX17" fmla="*/ 207122 w 930482"/>
                  <a:gd name="connsiteY17" fmla="*/ 710832 h 1464648"/>
                  <a:gd name="connsiteX18" fmla="*/ 207811 w 930482"/>
                  <a:gd name="connsiteY18" fmla="*/ 774242 h 1464648"/>
                  <a:gd name="connsiteX19" fmla="*/ 246065 w 930482"/>
                  <a:gd name="connsiteY19" fmla="*/ 673612 h 1464648"/>
                  <a:gd name="connsiteX20" fmla="*/ 361513 w 930482"/>
                  <a:gd name="connsiteY20" fmla="*/ 376547 h 1464648"/>
                  <a:gd name="connsiteX21" fmla="*/ 472482 w 930482"/>
                  <a:gd name="connsiteY21" fmla="*/ 93611 h 1464648"/>
                  <a:gd name="connsiteX22" fmla="*/ 522452 w 930482"/>
                  <a:gd name="connsiteY22" fmla="*/ 20207 h 1464648"/>
                  <a:gd name="connsiteX23" fmla="*/ 573457 w 930482"/>
                  <a:gd name="connsiteY23" fmla="*/ 1252 h 1464648"/>
                  <a:gd name="connsiteX24" fmla="*/ 606540 w 930482"/>
                  <a:gd name="connsiteY24" fmla="*/ 119458 h 1464648"/>
                  <a:gd name="connsiteX25" fmla="*/ 578970 w 930482"/>
                  <a:gd name="connsiteY25" fmla="*/ 237319 h 1464648"/>
                  <a:gd name="connsiteX26" fmla="*/ 528656 w 930482"/>
                  <a:gd name="connsiteY26" fmla="*/ 414800 h 1464648"/>
                  <a:gd name="connsiteX27" fmla="*/ 506600 w 930482"/>
                  <a:gd name="connsiteY27" fmla="*/ 586423 h 1464648"/>
                  <a:gd name="connsiteX28" fmla="*/ 518317 w 930482"/>
                  <a:gd name="connsiteY28" fmla="*/ 602275 h 1464648"/>
                  <a:gd name="connsiteX29" fmla="*/ 532102 w 930482"/>
                  <a:gd name="connsiteY29" fmla="*/ 589869 h 1464648"/>
                  <a:gd name="connsiteX30" fmla="*/ 626528 w 930482"/>
                  <a:gd name="connsiteY30" fmla="*/ 480279 h 1464648"/>
                  <a:gd name="connsiteX31" fmla="*/ 718888 w 930482"/>
                  <a:gd name="connsiteY31" fmla="*/ 415145 h 1464648"/>
                  <a:gd name="connsiteX32" fmla="*/ 778852 w 930482"/>
                  <a:gd name="connsiteY32" fmla="*/ 453398 h 1464648"/>
                  <a:gd name="connsiteX33" fmla="*/ 781954 w 930482"/>
                  <a:gd name="connsiteY33" fmla="*/ 508193 h 1464648"/>
                  <a:gd name="connsiteX34" fmla="*/ 761276 w 930482"/>
                  <a:gd name="connsiteY34" fmla="*/ 559887 h 1464648"/>
                  <a:gd name="connsiteX35" fmla="*/ 839850 w 930482"/>
                  <a:gd name="connsiteY35" fmla="*/ 538520 h 1464648"/>
                  <a:gd name="connsiteX36" fmla="*/ 887753 w 930482"/>
                  <a:gd name="connsiteY36" fmla="*/ 610202 h 1464648"/>
                  <a:gd name="connsiteX37" fmla="*/ 870866 w 930482"/>
                  <a:gd name="connsiteY37" fmla="*/ 697736 h 1464648"/>
                  <a:gd name="connsiteX38" fmla="*/ 931520 w 930482"/>
                  <a:gd name="connsiteY38" fmla="*/ 770451 h 1464648"/>
                  <a:gd name="connsiteX39" fmla="*/ 897402 w 930482"/>
                  <a:gd name="connsiteY39" fmla="*/ 873838 h 1464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930482" h="1464648">
                    <a:moveTo>
                      <a:pt x="897402" y="873838"/>
                    </a:moveTo>
                    <a:cubicBezTo>
                      <a:pt x="862595" y="938283"/>
                      <a:pt x="832613" y="1006518"/>
                      <a:pt x="793671" y="1069240"/>
                    </a:cubicBezTo>
                    <a:cubicBezTo>
                      <a:pt x="736119" y="1162633"/>
                      <a:pt x="668572" y="1247065"/>
                      <a:pt x="603439" y="1334255"/>
                    </a:cubicBezTo>
                    <a:cubicBezTo>
                      <a:pt x="584140" y="1360102"/>
                      <a:pt x="595168" y="1453150"/>
                      <a:pt x="568632" y="1464867"/>
                    </a:cubicBezTo>
                    <a:cubicBezTo>
                      <a:pt x="560361" y="1468314"/>
                      <a:pt x="554502" y="1463833"/>
                      <a:pt x="547954" y="1460043"/>
                    </a:cubicBezTo>
                    <a:cubicBezTo>
                      <a:pt x="494538" y="1429716"/>
                      <a:pt x="442155" y="1398355"/>
                      <a:pt x="387015" y="1371130"/>
                    </a:cubicBezTo>
                    <a:cubicBezTo>
                      <a:pt x="339802" y="1347695"/>
                      <a:pt x="291210" y="1326329"/>
                      <a:pt x="238827" y="1317369"/>
                    </a:cubicBezTo>
                    <a:cubicBezTo>
                      <a:pt x="201608" y="1311165"/>
                      <a:pt x="164044" y="1304962"/>
                      <a:pt x="126136" y="1308753"/>
                    </a:cubicBezTo>
                    <a:cubicBezTo>
                      <a:pt x="92707" y="1312199"/>
                      <a:pt x="63759" y="1200197"/>
                      <a:pt x="54109" y="1173661"/>
                    </a:cubicBezTo>
                    <a:cubicBezTo>
                      <a:pt x="24472" y="1090262"/>
                      <a:pt x="-341" y="1003072"/>
                      <a:pt x="4" y="913815"/>
                    </a:cubicBezTo>
                    <a:cubicBezTo>
                      <a:pt x="4" y="869358"/>
                      <a:pt x="15167" y="827314"/>
                      <a:pt x="23438" y="783892"/>
                    </a:cubicBezTo>
                    <a:cubicBezTo>
                      <a:pt x="47217" y="659827"/>
                      <a:pt x="47561" y="532317"/>
                      <a:pt x="51697" y="406185"/>
                    </a:cubicBezTo>
                    <a:cubicBezTo>
                      <a:pt x="51697" y="402739"/>
                      <a:pt x="53076" y="399292"/>
                      <a:pt x="54454" y="396191"/>
                    </a:cubicBezTo>
                    <a:cubicBezTo>
                      <a:pt x="58934" y="386886"/>
                      <a:pt x="90295" y="389987"/>
                      <a:pt x="99255" y="389987"/>
                    </a:cubicBezTo>
                    <a:cubicBezTo>
                      <a:pt x="123723" y="390332"/>
                      <a:pt x="144401" y="395157"/>
                      <a:pt x="160943" y="415145"/>
                    </a:cubicBezTo>
                    <a:cubicBezTo>
                      <a:pt x="179208" y="436512"/>
                      <a:pt x="186100" y="465115"/>
                      <a:pt x="191269" y="492685"/>
                    </a:cubicBezTo>
                    <a:cubicBezTo>
                      <a:pt x="200574" y="541622"/>
                      <a:pt x="205744" y="591247"/>
                      <a:pt x="206433" y="640873"/>
                    </a:cubicBezTo>
                    <a:cubicBezTo>
                      <a:pt x="206777" y="664308"/>
                      <a:pt x="205744" y="687742"/>
                      <a:pt x="207122" y="710832"/>
                    </a:cubicBezTo>
                    <a:cubicBezTo>
                      <a:pt x="207811" y="729441"/>
                      <a:pt x="214015" y="756322"/>
                      <a:pt x="207811" y="774242"/>
                    </a:cubicBezTo>
                    <a:cubicBezTo>
                      <a:pt x="218495" y="744260"/>
                      <a:pt x="232280" y="708764"/>
                      <a:pt x="246065" y="673612"/>
                    </a:cubicBezTo>
                    <a:cubicBezTo>
                      <a:pt x="284662" y="574705"/>
                      <a:pt x="322915" y="475454"/>
                      <a:pt x="361513" y="376547"/>
                    </a:cubicBezTo>
                    <a:cubicBezTo>
                      <a:pt x="398388" y="282465"/>
                      <a:pt x="429404" y="184937"/>
                      <a:pt x="472482" y="93611"/>
                    </a:cubicBezTo>
                    <a:cubicBezTo>
                      <a:pt x="485233" y="66731"/>
                      <a:pt x="499707" y="40539"/>
                      <a:pt x="522452" y="20207"/>
                    </a:cubicBezTo>
                    <a:cubicBezTo>
                      <a:pt x="536237" y="7800"/>
                      <a:pt x="553813" y="-3917"/>
                      <a:pt x="573457" y="1252"/>
                    </a:cubicBezTo>
                    <a:cubicBezTo>
                      <a:pt x="620325" y="13659"/>
                      <a:pt x="611710" y="84307"/>
                      <a:pt x="606540" y="119458"/>
                    </a:cubicBezTo>
                    <a:cubicBezTo>
                      <a:pt x="600682" y="159434"/>
                      <a:pt x="591377" y="198722"/>
                      <a:pt x="578970" y="237319"/>
                    </a:cubicBezTo>
                    <a:cubicBezTo>
                      <a:pt x="560705" y="294182"/>
                      <a:pt x="543819" y="355525"/>
                      <a:pt x="528656" y="414800"/>
                    </a:cubicBezTo>
                    <a:cubicBezTo>
                      <a:pt x="516249" y="463048"/>
                      <a:pt x="484199" y="536797"/>
                      <a:pt x="506600" y="586423"/>
                    </a:cubicBezTo>
                    <a:cubicBezTo>
                      <a:pt x="509357" y="592626"/>
                      <a:pt x="511080" y="601241"/>
                      <a:pt x="518317" y="602275"/>
                    </a:cubicBezTo>
                    <a:cubicBezTo>
                      <a:pt x="524865" y="603309"/>
                      <a:pt x="527966" y="595038"/>
                      <a:pt x="532102" y="589869"/>
                    </a:cubicBezTo>
                    <a:cubicBezTo>
                      <a:pt x="561739" y="551960"/>
                      <a:pt x="592411" y="514741"/>
                      <a:pt x="626528" y="480279"/>
                    </a:cubicBezTo>
                    <a:cubicBezTo>
                      <a:pt x="650652" y="456155"/>
                      <a:pt x="682702" y="415834"/>
                      <a:pt x="718888" y="415145"/>
                    </a:cubicBezTo>
                    <a:cubicBezTo>
                      <a:pt x="744045" y="414800"/>
                      <a:pt x="768513" y="430308"/>
                      <a:pt x="778852" y="453398"/>
                    </a:cubicBezTo>
                    <a:cubicBezTo>
                      <a:pt x="786434" y="470285"/>
                      <a:pt x="786089" y="489928"/>
                      <a:pt x="781954" y="508193"/>
                    </a:cubicBezTo>
                    <a:cubicBezTo>
                      <a:pt x="777818" y="526114"/>
                      <a:pt x="769547" y="543000"/>
                      <a:pt x="761276" y="559887"/>
                    </a:cubicBezTo>
                    <a:cubicBezTo>
                      <a:pt x="774027" y="533351"/>
                      <a:pt x="816071" y="527492"/>
                      <a:pt x="839850" y="538520"/>
                    </a:cubicBezTo>
                    <a:cubicBezTo>
                      <a:pt x="867076" y="550927"/>
                      <a:pt x="884307" y="580219"/>
                      <a:pt x="887753" y="610202"/>
                    </a:cubicBezTo>
                    <a:cubicBezTo>
                      <a:pt x="891199" y="640184"/>
                      <a:pt x="882928" y="670166"/>
                      <a:pt x="870866" y="697736"/>
                    </a:cubicBezTo>
                    <a:cubicBezTo>
                      <a:pt x="915323" y="697391"/>
                      <a:pt x="927729" y="728407"/>
                      <a:pt x="931520" y="770451"/>
                    </a:cubicBezTo>
                    <a:cubicBezTo>
                      <a:pt x="934622" y="810428"/>
                      <a:pt x="915667" y="839721"/>
                      <a:pt x="897402" y="873838"/>
                    </a:cubicBezTo>
                    <a:close/>
                  </a:path>
                </a:pathLst>
              </a:custGeom>
              <a:solidFill>
                <a:srgbClr val="FDB98A"/>
              </a:solidFill>
              <a:ln w="3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4690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7B5C-0CC4-D77E-BD9F-94E77215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34689C58-511B-6098-468D-0444DAF4E1F3}"/>
              </a:ext>
            </a:extLst>
          </p:cNvPr>
          <p:cNvGrpSpPr/>
          <p:nvPr/>
        </p:nvGrpSpPr>
        <p:grpSpPr>
          <a:xfrm>
            <a:off x="4998721" y="3044279"/>
            <a:ext cx="6329679" cy="769441"/>
            <a:chOff x="4801964" y="676939"/>
            <a:chExt cx="7571182" cy="7694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17CA6B9-90E7-16B6-F74A-B9F766EA94AC}"/>
                </a:ext>
              </a:extLst>
            </p:cNvPr>
            <p:cNvSpPr txBox="1"/>
            <p:nvPr/>
          </p:nvSpPr>
          <p:spPr>
            <a:xfrm>
              <a:off x="5885717" y="769273"/>
              <a:ext cx="6487429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Start Your Own Business </a:t>
              </a:r>
              <a:endParaRPr lang="ko-KR" altLang="en-US" sz="32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A4B717-300C-765D-FCA9-8329D70F75F5}"/>
                </a:ext>
              </a:extLst>
            </p:cNvPr>
            <p:cNvSpPr txBox="1"/>
            <p:nvPr/>
          </p:nvSpPr>
          <p:spPr>
            <a:xfrm>
              <a:off x="4801964" y="676939"/>
              <a:ext cx="1152861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chemeClr val="bg1"/>
                  </a:solidFill>
                  <a:latin typeface="Poppins Medium" panose="00000600000000000000" pitchFamily="2" charset="0"/>
                  <a:cs typeface="Poppins Medium" panose="00000600000000000000" pitchFamily="2" charset="0"/>
                </a:rPr>
                <a:t>04</a:t>
              </a:r>
              <a:endParaRPr lang="ko-KR" altLang="en-US" sz="4400" b="1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323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Steps to Start a Business</a:t>
            </a:r>
          </a:p>
        </p:txBody>
      </p:sp>
      <p:cxnSp>
        <p:nvCxnSpPr>
          <p:cNvPr id="4" name="Straight Connector 10">
            <a:extLst>
              <a:ext uri="{FF2B5EF4-FFF2-40B4-BE49-F238E27FC236}">
                <a16:creationId xmlns:a16="http://schemas.microsoft.com/office/drawing/2014/main" id="{7C7112F7-FCF2-464C-8458-7924DEB08B0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0" y="5224300"/>
            <a:ext cx="3001168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0B033E78-30A8-476B-9E06-C260A8DF9174}"/>
              </a:ext>
            </a:extLst>
          </p:cNvPr>
          <p:cNvCxnSpPr>
            <a:cxnSpLocks/>
            <a:stCxn id="11" idx="6"/>
            <a:endCxn id="12" idx="3"/>
          </p:cNvCxnSpPr>
          <p:nvPr/>
        </p:nvCxnSpPr>
        <p:spPr>
          <a:xfrm flipV="1">
            <a:off x="3164913" y="4667770"/>
            <a:ext cx="1217014" cy="55653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>
            <a:extLst>
              <a:ext uri="{FF2B5EF4-FFF2-40B4-BE49-F238E27FC236}">
                <a16:creationId xmlns:a16="http://schemas.microsoft.com/office/drawing/2014/main" id="{941830FD-87E3-4399-B6D9-A4E3B43289AF}"/>
              </a:ext>
            </a:extLst>
          </p:cNvPr>
          <p:cNvCxnSpPr/>
          <p:nvPr/>
        </p:nvCxnSpPr>
        <p:spPr>
          <a:xfrm>
            <a:off x="4439818" y="4616437"/>
            <a:ext cx="1512168" cy="25471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F87C819B-58C1-418C-824E-58B36C787E2F}"/>
              </a:ext>
            </a:extLst>
          </p:cNvPr>
          <p:cNvCxnSpPr>
            <a:cxnSpLocks/>
            <a:stCxn id="41" idx="0"/>
            <a:endCxn id="14" idx="3"/>
          </p:cNvCxnSpPr>
          <p:nvPr/>
        </p:nvCxnSpPr>
        <p:spPr>
          <a:xfrm flipV="1">
            <a:off x="7000419" y="3249575"/>
            <a:ext cx="1110450" cy="1194847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>
            <a:extLst>
              <a:ext uri="{FF2B5EF4-FFF2-40B4-BE49-F238E27FC236}">
                <a16:creationId xmlns:a16="http://schemas.microsoft.com/office/drawing/2014/main" id="{C17A94CA-F11A-4B86-B08F-0911BEF4EF67}"/>
              </a:ext>
            </a:extLst>
          </p:cNvPr>
          <p:cNvCxnSpPr>
            <a:cxnSpLocks/>
            <a:stCxn id="41" idx="8"/>
          </p:cNvCxnSpPr>
          <p:nvPr/>
        </p:nvCxnSpPr>
        <p:spPr>
          <a:xfrm flipH="1">
            <a:off x="6410266" y="4422818"/>
            <a:ext cx="12078" cy="41398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4FA24B0D-F1E1-415A-8B7F-330CE74505F4}"/>
              </a:ext>
            </a:extLst>
          </p:cNvPr>
          <p:cNvCxnSpPr>
            <a:cxnSpLocks/>
            <a:stCxn id="14" idx="6"/>
            <a:endCxn id="15" idx="1"/>
          </p:cNvCxnSpPr>
          <p:nvPr/>
        </p:nvCxnSpPr>
        <p:spPr>
          <a:xfrm>
            <a:off x="8250634" y="3191682"/>
            <a:ext cx="1318874" cy="73404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6">
            <a:extLst>
              <a:ext uri="{FF2B5EF4-FFF2-40B4-BE49-F238E27FC236}">
                <a16:creationId xmlns:a16="http://schemas.microsoft.com/office/drawing/2014/main" id="{72602279-C51F-4B83-8FDF-4FB286A7D629}"/>
              </a:ext>
            </a:extLst>
          </p:cNvPr>
          <p:cNvCxnSpPr>
            <a:cxnSpLocks/>
            <a:stCxn id="15" idx="7"/>
          </p:cNvCxnSpPr>
          <p:nvPr/>
        </p:nvCxnSpPr>
        <p:spPr>
          <a:xfrm flipV="1">
            <a:off x="9685290" y="2332905"/>
            <a:ext cx="2506712" cy="159282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7">
            <a:extLst>
              <a:ext uri="{FF2B5EF4-FFF2-40B4-BE49-F238E27FC236}">
                <a16:creationId xmlns:a16="http://schemas.microsoft.com/office/drawing/2014/main" id="{3E7B48EB-431A-4663-B649-0AF5EB6E61F2}"/>
              </a:ext>
            </a:extLst>
          </p:cNvPr>
          <p:cNvSpPr/>
          <p:nvPr/>
        </p:nvSpPr>
        <p:spPr>
          <a:xfrm>
            <a:off x="3001168" y="5142429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2" name="Oval 18">
            <a:extLst>
              <a:ext uri="{FF2B5EF4-FFF2-40B4-BE49-F238E27FC236}">
                <a16:creationId xmlns:a16="http://schemas.microsoft.com/office/drawing/2014/main" id="{88CF854C-EA85-49EE-A6C7-B4A7A3DFA3FD}"/>
              </a:ext>
            </a:extLst>
          </p:cNvPr>
          <p:cNvSpPr/>
          <p:nvPr/>
        </p:nvSpPr>
        <p:spPr>
          <a:xfrm>
            <a:off x="4357946" y="4528007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69F712A7-CE37-4AAC-BA94-E12FFB6E2359}"/>
              </a:ext>
            </a:extLst>
          </p:cNvPr>
          <p:cNvSpPr/>
          <p:nvPr/>
        </p:nvSpPr>
        <p:spPr>
          <a:xfrm>
            <a:off x="6323984" y="4758393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5AABD0A4-58B3-4642-8C3D-3D8D93017B04}"/>
              </a:ext>
            </a:extLst>
          </p:cNvPr>
          <p:cNvSpPr/>
          <p:nvPr/>
        </p:nvSpPr>
        <p:spPr>
          <a:xfrm>
            <a:off x="8086890" y="3109812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5" name="Oval 21">
            <a:extLst>
              <a:ext uri="{FF2B5EF4-FFF2-40B4-BE49-F238E27FC236}">
                <a16:creationId xmlns:a16="http://schemas.microsoft.com/office/drawing/2014/main" id="{9C4093D7-AD7B-4463-AF7C-F97C08404E55}"/>
              </a:ext>
            </a:extLst>
          </p:cNvPr>
          <p:cNvSpPr/>
          <p:nvPr/>
        </p:nvSpPr>
        <p:spPr>
          <a:xfrm>
            <a:off x="9545526" y="3901748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9ACF3-8BD2-4591-8B4C-C9F3893FDEBA}"/>
              </a:ext>
            </a:extLst>
          </p:cNvPr>
          <p:cNvSpPr txBox="1"/>
          <p:nvPr/>
        </p:nvSpPr>
        <p:spPr>
          <a:xfrm>
            <a:off x="4067566" y="3843636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02</a:t>
            </a:r>
            <a:endParaRPr lang="ko-KR" altLang="en-US" sz="3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A0E17-03AF-42C5-B51F-9E0E2A27D0C3}"/>
              </a:ext>
            </a:extLst>
          </p:cNvPr>
          <p:cNvSpPr txBox="1"/>
          <p:nvPr/>
        </p:nvSpPr>
        <p:spPr>
          <a:xfrm>
            <a:off x="5615178" y="5188447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03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8F248-CEC6-4F59-B5F4-988E99507D04}"/>
              </a:ext>
            </a:extLst>
          </p:cNvPr>
          <p:cNvSpPr txBox="1"/>
          <p:nvPr/>
        </p:nvSpPr>
        <p:spPr>
          <a:xfrm>
            <a:off x="7796510" y="2312086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3"/>
                </a:solidFill>
                <a:cs typeface="Arial" pitchFamily="34" charset="0"/>
              </a:rPr>
              <a:t>04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08AB91-06AF-486E-8911-BD4E8B7CBBA7}"/>
              </a:ext>
            </a:extLst>
          </p:cNvPr>
          <p:cNvSpPr txBox="1"/>
          <p:nvPr/>
        </p:nvSpPr>
        <p:spPr>
          <a:xfrm>
            <a:off x="9255146" y="4203673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05</a:t>
            </a:r>
            <a:endParaRPr lang="ko-KR" altLang="en-US" sz="3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338E01-7AD1-4887-8428-D37080164E62}"/>
              </a:ext>
            </a:extLst>
          </p:cNvPr>
          <p:cNvSpPr txBox="1"/>
          <p:nvPr/>
        </p:nvSpPr>
        <p:spPr>
          <a:xfrm>
            <a:off x="2672049" y="5580564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6"/>
                </a:solidFill>
                <a:cs typeface="Arial" pitchFamily="34" charset="0"/>
              </a:rPr>
              <a:t>01</a:t>
            </a:r>
            <a:endParaRPr lang="ko-KR" altLang="en-US" sz="3200" b="1" dirty="0">
              <a:solidFill>
                <a:schemeClr val="accent6"/>
              </a:solidFill>
              <a:cs typeface="Arial" pitchFamily="34" charset="0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7910175-6E8C-4205-A116-1E54C4C361B2}"/>
              </a:ext>
            </a:extLst>
          </p:cNvPr>
          <p:cNvGrpSpPr/>
          <p:nvPr/>
        </p:nvGrpSpPr>
        <p:grpSpPr>
          <a:xfrm>
            <a:off x="309402" y="2139476"/>
            <a:ext cx="11151078" cy="4383135"/>
            <a:chOff x="309402" y="2139476"/>
            <a:chExt cx="11151078" cy="4383135"/>
          </a:xfrm>
        </p:grpSpPr>
        <p:grpSp>
          <p:nvGrpSpPr>
            <p:cNvPr id="20" name="Group 30">
              <a:extLst>
                <a:ext uri="{FF2B5EF4-FFF2-40B4-BE49-F238E27FC236}">
                  <a16:creationId xmlns:a16="http://schemas.microsoft.com/office/drawing/2014/main" id="{3F83ED4F-5795-495D-8DEA-E63FBDCEA3E5}"/>
                </a:ext>
              </a:extLst>
            </p:cNvPr>
            <p:cNvGrpSpPr/>
            <p:nvPr/>
          </p:nvGrpSpPr>
          <p:grpSpPr>
            <a:xfrm>
              <a:off x="1310640" y="3544009"/>
              <a:ext cx="2697131" cy="1114656"/>
              <a:chOff x="-115438" y="3632214"/>
              <a:chExt cx="3098524" cy="1114656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6CF676-1E5C-4A09-9B96-CB80C5E68932}"/>
                  </a:ext>
                </a:extLst>
              </p:cNvPr>
              <p:cNvSpPr txBox="1"/>
              <p:nvPr/>
            </p:nvSpPr>
            <p:spPr>
              <a:xfrm>
                <a:off x="-115438" y="3632214"/>
                <a:ext cx="30985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b="1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Conduct Market Research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FDC3F7-A125-4139-A255-E3635D8EEAE4}"/>
                  </a:ext>
                </a:extLst>
              </p:cNvPr>
              <p:cNvSpPr txBox="1"/>
              <p:nvPr/>
            </p:nvSpPr>
            <p:spPr>
              <a:xfrm>
                <a:off x="627211" y="3915873"/>
                <a:ext cx="23558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Study customer preferences, competitors, and market demand.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</p:grpSp>
        <p:grpSp>
          <p:nvGrpSpPr>
            <p:cNvPr id="23" name="Group 33">
              <a:extLst>
                <a:ext uri="{FF2B5EF4-FFF2-40B4-BE49-F238E27FC236}">
                  <a16:creationId xmlns:a16="http://schemas.microsoft.com/office/drawing/2014/main" id="{0DA54340-31C5-4A9A-86E8-AF06DBDC18B8}"/>
                </a:ext>
              </a:extLst>
            </p:cNvPr>
            <p:cNvGrpSpPr/>
            <p:nvPr/>
          </p:nvGrpSpPr>
          <p:grpSpPr>
            <a:xfrm>
              <a:off x="6359684" y="5063910"/>
              <a:ext cx="2450268" cy="1114656"/>
              <a:chOff x="320658" y="3704915"/>
              <a:chExt cx="2814922" cy="1114656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C44E610-91F3-4960-BC31-73F8F469139E}"/>
                  </a:ext>
                </a:extLst>
              </p:cNvPr>
              <p:cNvSpPr txBox="1"/>
              <p:nvPr/>
            </p:nvSpPr>
            <p:spPr>
              <a:xfrm>
                <a:off x="320658" y="3704915"/>
                <a:ext cx="28149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Prepare a Business Plan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9ADB35-E3B3-4CF3-BCFA-C900D5F03197}"/>
                  </a:ext>
                </a:extLst>
              </p:cNvPr>
              <p:cNvSpPr txBox="1"/>
              <p:nvPr/>
            </p:nvSpPr>
            <p:spPr>
              <a:xfrm>
                <a:off x="320658" y="3988574"/>
                <a:ext cx="25794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goals, operations, marketing strategies, and financial plans of the business.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</p:grpSp>
        <p:grpSp>
          <p:nvGrpSpPr>
            <p:cNvPr id="26" name="Group 36">
              <a:extLst>
                <a:ext uri="{FF2B5EF4-FFF2-40B4-BE49-F238E27FC236}">
                  <a16:creationId xmlns:a16="http://schemas.microsoft.com/office/drawing/2014/main" id="{B922A1CC-FCB4-4654-975A-E68D12749678}"/>
                </a:ext>
              </a:extLst>
            </p:cNvPr>
            <p:cNvGrpSpPr/>
            <p:nvPr/>
          </p:nvGrpSpPr>
          <p:grpSpPr>
            <a:xfrm>
              <a:off x="8597304" y="2139476"/>
              <a:ext cx="2192616" cy="929990"/>
              <a:chOff x="993672" y="3632214"/>
              <a:chExt cx="2518926" cy="92999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9D6EF8-6C3D-4781-AB7E-D5530053C060}"/>
                  </a:ext>
                </a:extLst>
              </p:cNvPr>
              <p:cNvSpPr txBox="1"/>
              <p:nvPr/>
            </p:nvSpPr>
            <p:spPr>
              <a:xfrm>
                <a:off x="993672" y="3632214"/>
                <a:ext cx="25189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Register the Business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8971F02-9BB0-4238-A889-11946C6DDCA5}"/>
                  </a:ext>
                </a:extLst>
              </p:cNvPr>
              <p:cNvSpPr txBox="1"/>
              <p:nvPr/>
            </p:nvSpPr>
            <p:spPr>
              <a:xfrm>
                <a:off x="993672" y="3915873"/>
                <a:ext cx="23205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Complete legal registration and licensing requirements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</p:grpSp>
        <p:grpSp>
          <p:nvGrpSpPr>
            <p:cNvPr id="29" name="Group 39">
              <a:extLst>
                <a:ext uri="{FF2B5EF4-FFF2-40B4-BE49-F238E27FC236}">
                  <a16:creationId xmlns:a16="http://schemas.microsoft.com/office/drawing/2014/main" id="{C3EB284A-6C55-4951-90BE-8E657A28D18B}"/>
                </a:ext>
              </a:extLst>
            </p:cNvPr>
            <p:cNvGrpSpPr/>
            <p:nvPr/>
          </p:nvGrpSpPr>
          <p:grpSpPr>
            <a:xfrm>
              <a:off x="9320528" y="4768246"/>
              <a:ext cx="2139952" cy="1114545"/>
              <a:chOff x="972514" y="3632325"/>
              <a:chExt cx="2458424" cy="111454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2F96E8-BDAB-4D3C-9902-AE428A1E820C}"/>
                  </a:ext>
                </a:extLst>
              </p:cNvPr>
              <p:cNvSpPr txBox="1"/>
              <p:nvPr/>
            </p:nvSpPr>
            <p:spPr>
              <a:xfrm>
                <a:off x="972514" y="3632325"/>
                <a:ext cx="24584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Launch the Business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058E7A-0A6E-4570-A0DA-229AAE95F842}"/>
                  </a:ext>
                </a:extLst>
              </p:cNvPr>
              <p:cNvSpPr txBox="1"/>
              <p:nvPr/>
            </p:nvSpPr>
            <p:spPr>
              <a:xfrm>
                <a:off x="993672" y="3915873"/>
                <a:ext cx="219057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Start operations, marketing, and customer service activities.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</p:grpSp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B6300B11-1E6B-4A37-AA65-7C7EDB182519}"/>
                </a:ext>
              </a:extLst>
            </p:cNvPr>
            <p:cNvGrpSpPr/>
            <p:nvPr/>
          </p:nvGrpSpPr>
          <p:grpSpPr>
            <a:xfrm>
              <a:off x="309402" y="5407955"/>
              <a:ext cx="2302853" cy="1114656"/>
              <a:chOff x="337519" y="3632214"/>
              <a:chExt cx="2645568" cy="1114656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47285F-FD62-4B74-BDCD-44D8DB469E12}"/>
                  </a:ext>
                </a:extLst>
              </p:cNvPr>
              <p:cNvSpPr txBox="1"/>
              <p:nvPr/>
            </p:nvSpPr>
            <p:spPr>
              <a:xfrm>
                <a:off x="337519" y="3632214"/>
                <a:ext cx="26455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b="1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Identify a Business Idea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9A6ABB7-5AA4-4AFB-A8C1-046D82E88367}"/>
                  </a:ext>
                </a:extLst>
              </p:cNvPr>
              <p:cNvSpPr txBox="1"/>
              <p:nvPr/>
            </p:nvSpPr>
            <p:spPr>
              <a:xfrm>
                <a:off x="589018" y="3915873"/>
                <a:ext cx="23940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dirty="0">
                    <a:latin typeface="Poppins Medium" panose="00000600000000000000" pitchFamily="2" charset="0"/>
                    <a:cs typeface="Poppins Medium" panose="00000600000000000000" pitchFamily="2" charset="0"/>
                  </a:rPr>
                  <a:t>Choose an idea that solves customer problems or satisfies market needs. 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 Medium" panose="00000600000000000000" pitchFamily="2" charset="0"/>
                  <a:cs typeface="Poppins Medium" panose="00000600000000000000" pitchFamily="2" charset="0"/>
                </a:endParaRPr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1CD366F-900C-4477-A72C-1A3631264532}"/>
              </a:ext>
            </a:extLst>
          </p:cNvPr>
          <p:cNvGrpSpPr/>
          <p:nvPr/>
        </p:nvGrpSpPr>
        <p:grpSpPr>
          <a:xfrm>
            <a:off x="5535018" y="1573789"/>
            <a:ext cx="1708710" cy="3315838"/>
            <a:chOff x="8129003" y="4168976"/>
            <a:chExt cx="920762" cy="1786785"/>
          </a:xfrm>
        </p:grpSpPr>
        <p:sp>
          <p:nvSpPr>
            <p:cNvPr id="37" name="Graphic 19">
              <a:extLst>
                <a:ext uri="{FF2B5EF4-FFF2-40B4-BE49-F238E27FC236}">
                  <a16:creationId xmlns:a16="http://schemas.microsoft.com/office/drawing/2014/main" id="{00FD6DFE-8577-4880-A147-A597C30D5FF9}"/>
                </a:ext>
              </a:extLst>
            </p:cNvPr>
            <p:cNvSpPr/>
            <p:nvPr/>
          </p:nvSpPr>
          <p:spPr>
            <a:xfrm>
              <a:off x="8274197" y="4390528"/>
              <a:ext cx="690688" cy="1489436"/>
            </a:xfrm>
            <a:custGeom>
              <a:avLst/>
              <a:gdLst>
                <a:gd name="connsiteX0" fmla="*/ 1793926 w 1873832"/>
                <a:gd name="connsiteY0" fmla="*/ 2294684 h 4040829"/>
                <a:gd name="connsiteX1" fmla="*/ 1448124 w 1873832"/>
                <a:gd name="connsiteY1" fmla="*/ 1896851 h 4040829"/>
                <a:gd name="connsiteX2" fmla="*/ 1430407 w 1873832"/>
                <a:gd name="connsiteY2" fmla="*/ 1841668 h 4040829"/>
                <a:gd name="connsiteX3" fmla="*/ 1529217 w 1873832"/>
                <a:gd name="connsiteY3" fmla="*/ 1582702 h 4040829"/>
                <a:gd name="connsiteX4" fmla="*/ 1608070 w 1873832"/>
                <a:gd name="connsiteY4" fmla="*/ 1596217 h 4040829"/>
                <a:gd name="connsiteX5" fmla="*/ 1628658 w 1873832"/>
                <a:gd name="connsiteY5" fmla="*/ 1599789 h 4040829"/>
                <a:gd name="connsiteX6" fmla="*/ 1717664 w 1873832"/>
                <a:gd name="connsiteY6" fmla="*/ 1576189 h 4040829"/>
                <a:gd name="connsiteX7" fmla="*/ 1780830 w 1873832"/>
                <a:gd name="connsiteY7" fmla="*/ 1437532 h 4040829"/>
                <a:gd name="connsiteX8" fmla="*/ 1765144 w 1873832"/>
                <a:gd name="connsiteY8" fmla="*/ 1386341 h 4040829"/>
                <a:gd name="connsiteX9" fmla="*/ 1594624 w 1873832"/>
                <a:gd name="connsiteY9" fmla="*/ 1298455 h 4040829"/>
                <a:gd name="connsiteX10" fmla="*/ 1563671 w 1873832"/>
                <a:gd name="connsiteY10" fmla="*/ 1247895 h 4040829"/>
                <a:gd name="connsiteX11" fmla="*/ 1554778 w 1873832"/>
                <a:gd name="connsiteY11" fmla="*/ 968970 h 4040829"/>
                <a:gd name="connsiteX12" fmla="*/ 1439580 w 1873832"/>
                <a:gd name="connsiteY12" fmla="*/ 309860 h 4040829"/>
                <a:gd name="connsiteX13" fmla="*/ 1188387 w 1873832"/>
                <a:gd name="connsiteY13" fmla="*/ 8036 h 4040829"/>
                <a:gd name="connsiteX14" fmla="*/ 996789 w 1873832"/>
                <a:gd name="connsiteY14" fmla="*/ 135418 h 4040829"/>
                <a:gd name="connsiteX15" fmla="*/ 784182 w 1873832"/>
                <a:gd name="connsiteY15" fmla="*/ 370575 h 4040829"/>
                <a:gd name="connsiteX16" fmla="*/ 492372 w 1873832"/>
                <a:gd name="connsiteY16" fmla="*/ 972962 h 4040829"/>
                <a:gd name="connsiteX17" fmla="*/ 405046 w 1873832"/>
                <a:gd name="connsiteY17" fmla="*/ 1477029 h 4040829"/>
                <a:gd name="connsiteX18" fmla="*/ 382497 w 1873832"/>
                <a:gd name="connsiteY18" fmla="*/ 1727451 h 4040829"/>
                <a:gd name="connsiteX19" fmla="*/ 415550 w 1873832"/>
                <a:gd name="connsiteY19" fmla="*/ 1767158 h 4040829"/>
                <a:gd name="connsiteX20" fmla="*/ 661071 w 1873832"/>
                <a:gd name="connsiteY20" fmla="*/ 1823461 h 4040829"/>
                <a:gd name="connsiteX21" fmla="*/ 686982 w 1873832"/>
                <a:gd name="connsiteY21" fmla="*/ 1857215 h 4040829"/>
                <a:gd name="connsiteX22" fmla="*/ 0 w 1873832"/>
                <a:gd name="connsiteY22" fmla="*/ 3895331 h 4040829"/>
                <a:gd name="connsiteX23" fmla="*/ 28712 w 1873832"/>
                <a:gd name="connsiteY23" fmla="*/ 3922922 h 4040829"/>
                <a:gd name="connsiteX24" fmla="*/ 328785 w 1873832"/>
                <a:gd name="connsiteY24" fmla="*/ 4035038 h 4040829"/>
                <a:gd name="connsiteX25" fmla="*/ 374093 w 1873832"/>
                <a:gd name="connsiteY25" fmla="*/ 4031256 h 4040829"/>
                <a:gd name="connsiteX26" fmla="*/ 983273 w 1873832"/>
                <a:gd name="connsiteY26" fmla="*/ 2178576 h 4040829"/>
                <a:gd name="connsiteX27" fmla="*/ 1461359 w 1873832"/>
                <a:gd name="connsiteY27" fmla="*/ 2493986 h 4040829"/>
                <a:gd name="connsiteX28" fmla="*/ 1475645 w 1873832"/>
                <a:gd name="connsiteY28" fmla="*/ 2555541 h 4040829"/>
                <a:gd name="connsiteX29" fmla="*/ 1076131 w 1873832"/>
                <a:gd name="connsiteY29" fmla="*/ 3212060 h 4040829"/>
                <a:gd name="connsiteX30" fmla="*/ 1346652 w 1873832"/>
                <a:gd name="connsiteY30" fmla="*/ 3413043 h 4040829"/>
                <a:gd name="connsiteX31" fmla="*/ 1621865 w 1873832"/>
                <a:gd name="connsiteY31" fmla="*/ 2963388 h 4040829"/>
                <a:gd name="connsiteX32" fmla="*/ 1812833 w 1873832"/>
                <a:gd name="connsiteY32" fmla="*/ 2654492 h 4040829"/>
                <a:gd name="connsiteX33" fmla="*/ 1864515 w 1873832"/>
                <a:gd name="connsiteY33" fmla="*/ 2532712 h 4040829"/>
                <a:gd name="connsiteX34" fmla="*/ 1793926 w 1873832"/>
                <a:gd name="connsiteY34" fmla="*/ 2294684 h 40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873832" h="4040829">
                  <a:moveTo>
                    <a:pt x="1793926" y="2294684"/>
                  </a:moveTo>
                  <a:cubicBezTo>
                    <a:pt x="1666613" y="2172484"/>
                    <a:pt x="1553937" y="2037679"/>
                    <a:pt x="1448124" y="1896851"/>
                  </a:cubicBezTo>
                  <a:cubicBezTo>
                    <a:pt x="1436289" y="1881094"/>
                    <a:pt x="1419832" y="1867999"/>
                    <a:pt x="1430407" y="1841668"/>
                  </a:cubicBezTo>
                  <a:cubicBezTo>
                    <a:pt x="1454637" y="1781233"/>
                    <a:pt x="1510239" y="1596498"/>
                    <a:pt x="1529217" y="1582702"/>
                  </a:cubicBezTo>
                  <a:cubicBezTo>
                    <a:pt x="1549456" y="1567926"/>
                    <a:pt x="1581108" y="1590895"/>
                    <a:pt x="1608070" y="1596217"/>
                  </a:cubicBezTo>
                  <a:cubicBezTo>
                    <a:pt x="1614932" y="1597548"/>
                    <a:pt x="1622215" y="1597478"/>
                    <a:pt x="1628658" y="1599789"/>
                  </a:cubicBezTo>
                  <a:cubicBezTo>
                    <a:pt x="1663952" y="1612604"/>
                    <a:pt x="1696726" y="1617226"/>
                    <a:pt x="1717664" y="1576189"/>
                  </a:cubicBezTo>
                  <a:cubicBezTo>
                    <a:pt x="1742805" y="1531861"/>
                    <a:pt x="1772847" y="1489774"/>
                    <a:pt x="1780830" y="1437532"/>
                  </a:cubicBezTo>
                  <a:cubicBezTo>
                    <a:pt x="1796657" y="1414003"/>
                    <a:pt x="1794556" y="1399857"/>
                    <a:pt x="1765144" y="1386341"/>
                  </a:cubicBezTo>
                  <a:cubicBezTo>
                    <a:pt x="1707090" y="1359660"/>
                    <a:pt x="1652188" y="1326397"/>
                    <a:pt x="1594624" y="1298455"/>
                  </a:cubicBezTo>
                  <a:cubicBezTo>
                    <a:pt x="1571374" y="1287181"/>
                    <a:pt x="1562131" y="1274155"/>
                    <a:pt x="1563671" y="1247895"/>
                  </a:cubicBezTo>
                  <a:cubicBezTo>
                    <a:pt x="1569064" y="1154756"/>
                    <a:pt x="1565282" y="1061408"/>
                    <a:pt x="1554778" y="968970"/>
                  </a:cubicBezTo>
                  <a:cubicBezTo>
                    <a:pt x="1533629" y="783114"/>
                    <a:pt x="1463320" y="341163"/>
                    <a:pt x="1439580" y="309860"/>
                  </a:cubicBezTo>
                  <a:cubicBezTo>
                    <a:pt x="1375084" y="84087"/>
                    <a:pt x="1229354" y="-32791"/>
                    <a:pt x="1188387" y="8036"/>
                  </a:cubicBezTo>
                  <a:cubicBezTo>
                    <a:pt x="1137406" y="72252"/>
                    <a:pt x="1033834" y="115950"/>
                    <a:pt x="996789" y="135418"/>
                  </a:cubicBezTo>
                  <a:cubicBezTo>
                    <a:pt x="908342" y="179957"/>
                    <a:pt x="791254" y="360211"/>
                    <a:pt x="784182" y="370575"/>
                  </a:cubicBezTo>
                  <a:cubicBezTo>
                    <a:pt x="657780" y="557201"/>
                    <a:pt x="554137" y="755103"/>
                    <a:pt x="492372" y="972962"/>
                  </a:cubicBezTo>
                  <a:cubicBezTo>
                    <a:pt x="445593" y="1137809"/>
                    <a:pt x="422343" y="1306999"/>
                    <a:pt x="405046" y="1477029"/>
                  </a:cubicBezTo>
                  <a:cubicBezTo>
                    <a:pt x="396573" y="1560363"/>
                    <a:pt x="390060" y="1643977"/>
                    <a:pt x="382497" y="1727451"/>
                  </a:cubicBezTo>
                  <a:cubicBezTo>
                    <a:pt x="380256" y="1752031"/>
                    <a:pt x="388169" y="1764146"/>
                    <a:pt x="415550" y="1767158"/>
                  </a:cubicBezTo>
                  <a:cubicBezTo>
                    <a:pt x="450985" y="1771079"/>
                    <a:pt x="614082" y="1813096"/>
                    <a:pt x="661071" y="1823461"/>
                  </a:cubicBezTo>
                  <a:cubicBezTo>
                    <a:pt x="683410" y="1828363"/>
                    <a:pt x="691183" y="1835506"/>
                    <a:pt x="686982" y="1857215"/>
                  </a:cubicBezTo>
                  <a:cubicBezTo>
                    <a:pt x="678088" y="1903854"/>
                    <a:pt x="9174" y="3826702"/>
                    <a:pt x="0" y="3895331"/>
                  </a:cubicBezTo>
                  <a:cubicBezTo>
                    <a:pt x="3081" y="3911297"/>
                    <a:pt x="15476" y="3917950"/>
                    <a:pt x="28712" y="3922922"/>
                  </a:cubicBezTo>
                  <a:cubicBezTo>
                    <a:pt x="128643" y="3960527"/>
                    <a:pt x="228434" y="3998623"/>
                    <a:pt x="328785" y="4035038"/>
                  </a:cubicBezTo>
                  <a:cubicBezTo>
                    <a:pt x="343981" y="4040570"/>
                    <a:pt x="360158" y="4046172"/>
                    <a:pt x="374093" y="4031256"/>
                  </a:cubicBezTo>
                  <a:cubicBezTo>
                    <a:pt x="404276" y="3969561"/>
                    <a:pt x="962685" y="2162470"/>
                    <a:pt x="983273" y="2178576"/>
                  </a:cubicBezTo>
                  <a:cubicBezTo>
                    <a:pt x="1039646" y="2222554"/>
                    <a:pt x="1385168" y="2446716"/>
                    <a:pt x="1461359" y="2493986"/>
                  </a:cubicBezTo>
                  <a:cubicBezTo>
                    <a:pt x="1498545" y="2517095"/>
                    <a:pt x="1498755" y="2516955"/>
                    <a:pt x="1475645" y="2555541"/>
                  </a:cubicBezTo>
                  <a:cubicBezTo>
                    <a:pt x="1355266" y="2756313"/>
                    <a:pt x="1085375" y="3191892"/>
                    <a:pt x="1076131" y="3212060"/>
                  </a:cubicBezTo>
                  <a:cubicBezTo>
                    <a:pt x="1069759" y="3225926"/>
                    <a:pt x="1280335" y="3356950"/>
                    <a:pt x="1346652" y="3413043"/>
                  </a:cubicBezTo>
                  <a:cubicBezTo>
                    <a:pt x="1350784" y="3407510"/>
                    <a:pt x="1533419" y="3107227"/>
                    <a:pt x="1621865" y="2963388"/>
                  </a:cubicBezTo>
                  <a:cubicBezTo>
                    <a:pt x="1685311" y="2860306"/>
                    <a:pt x="1756950" y="2762196"/>
                    <a:pt x="1812833" y="2654492"/>
                  </a:cubicBezTo>
                  <a:cubicBezTo>
                    <a:pt x="1833142" y="2615345"/>
                    <a:pt x="1852820" y="2575709"/>
                    <a:pt x="1864515" y="2532712"/>
                  </a:cubicBezTo>
                  <a:cubicBezTo>
                    <a:pt x="1890005" y="2438803"/>
                    <a:pt x="1862134" y="2360161"/>
                    <a:pt x="1793926" y="2294684"/>
                  </a:cubicBezTo>
                  <a:close/>
                </a:path>
              </a:pathLst>
            </a:custGeom>
            <a:solidFill>
              <a:srgbClr val="1B75BC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9">
              <a:extLst>
                <a:ext uri="{FF2B5EF4-FFF2-40B4-BE49-F238E27FC236}">
                  <a16:creationId xmlns:a16="http://schemas.microsoft.com/office/drawing/2014/main" id="{E835578C-6144-46C1-89C2-FBC88EE50D04}"/>
                </a:ext>
              </a:extLst>
            </p:cNvPr>
            <p:cNvSpPr/>
            <p:nvPr/>
          </p:nvSpPr>
          <p:spPr>
            <a:xfrm>
              <a:off x="8737077" y="4202703"/>
              <a:ext cx="204838" cy="253666"/>
            </a:xfrm>
            <a:custGeom>
              <a:avLst/>
              <a:gdLst>
                <a:gd name="connsiteX0" fmla="*/ 434353 w 555725"/>
                <a:gd name="connsiteY0" fmla="*/ 41969 h 688193"/>
                <a:gd name="connsiteX1" fmla="*/ 480642 w 555725"/>
                <a:gd name="connsiteY1" fmla="*/ 226144 h 688193"/>
                <a:gd name="connsiteX2" fmla="*/ 539816 w 555725"/>
                <a:gd name="connsiteY2" fmla="*/ 361440 h 688193"/>
                <a:gd name="connsiteX3" fmla="*/ 526441 w 555725"/>
                <a:gd name="connsiteY3" fmla="*/ 408359 h 688193"/>
                <a:gd name="connsiteX4" fmla="*/ 505992 w 555725"/>
                <a:gd name="connsiteY4" fmla="*/ 443864 h 688193"/>
                <a:gd name="connsiteX5" fmla="*/ 494157 w 555725"/>
                <a:gd name="connsiteY5" fmla="*/ 553949 h 688193"/>
                <a:gd name="connsiteX6" fmla="*/ 414255 w 555725"/>
                <a:gd name="connsiteY6" fmla="*/ 605840 h 688193"/>
                <a:gd name="connsiteX7" fmla="*/ 295556 w 555725"/>
                <a:gd name="connsiteY7" fmla="*/ 581610 h 688193"/>
                <a:gd name="connsiteX8" fmla="*/ 224827 w 555725"/>
                <a:gd name="connsiteY8" fmla="*/ 606961 h 688193"/>
                <a:gd name="connsiteX9" fmla="*/ 162711 w 555725"/>
                <a:gd name="connsiteY9" fmla="*/ 688194 h 688193"/>
                <a:gd name="connsiteX10" fmla="*/ 34138 w 555725"/>
                <a:gd name="connsiteY10" fmla="*/ 524607 h 688193"/>
                <a:gd name="connsiteX11" fmla="*/ 29307 w 555725"/>
                <a:gd name="connsiteY11" fmla="*/ 474186 h 688193"/>
                <a:gd name="connsiteX12" fmla="*/ 74825 w 555725"/>
                <a:gd name="connsiteY12" fmla="*/ 401426 h 688193"/>
                <a:gd name="connsiteX13" fmla="*/ 106408 w 555725"/>
                <a:gd name="connsiteY13" fmla="*/ 283568 h 688193"/>
                <a:gd name="connsiteX14" fmla="*/ 353049 w 555725"/>
                <a:gd name="connsiteY14" fmla="*/ 1562 h 688193"/>
                <a:gd name="connsiteX15" fmla="*/ 434353 w 555725"/>
                <a:gd name="connsiteY15" fmla="*/ 41969 h 68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5725" h="688193">
                  <a:moveTo>
                    <a:pt x="434353" y="41969"/>
                  </a:moveTo>
                  <a:cubicBezTo>
                    <a:pt x="465796" y="99252"/>
                    <a:pt x="474899" y="163119"/>
                    <a:pt x="480642" y="226144"/>
                  </a:cubicBezTo>
                  <a:cubicBezTo>
                    <a:pt x="485544" y="279576"/>
                    <a:pt x="515656" y="318372"/>
                    <a:pt x="539816" y="361440"/>
                  </a:cubicBezTo>
                  <a:cubicBezTo>
                    <a:pt x="551021" y="381468"/>
                    <a:pt x="575040" y="403807"/>
                    <a:pt x="526441" y="408359"/>
                  </a:cubicBezTo>
                  <a:cubicBezTo>
                    <a:pt x="508513" y="410040"/>
                    <a:pt x="506482" y="427547"/>
                    <a:pt x="505992" y="443864"/>
                  </a:cubicBezTo>
                  <a:cubicBezTo>
                    <a:pt x="504872" y="480769"/>
                    <a:pt x="509143" y="518094"/>
                    <a:pt x="494157" y="553949"/>
                  </a:cubicBezTo>
                  <a:cubicBezTo>
                    <a:pt x="477560" y="593515"/>
                    <a:pt x="456482" y="608081"/>
                    <a:pt x="414255" y="605840"/>
                  </a:cubicBezTo>
                  <a:cubicBezTo>
                    <a:pt x="373428" y="603669"/>
                    <a:pt x="333161" y="597017"/>
                    <a:pt x="295556" y="581610"/>
                  </a:cubicBezTo>
                  <a:cubicBezTo>
                    <a:pt x="262012" y="567815"/>
                    <a:pt x="242474" y="576358"/>
                    <a:pt x="224827" y="606961"/>
                  </a:cubicBezTo>
                  <a:cubicBezTo>
                    <a:pt x="211241" y="630490"/>
                    <a:pt x="186661" y="671877"/>
                    <a:pt x="162711" y="688194"/>
                  </a:cubicBezTo>
                  <a:cubicBezTo>
                    <a:pt x="158790" y="685533"/>
                    <a:pt x="94363" y="555279"/>
                    <a:pt x="34138" y="524607"/>
                  </a:cubicBezTo>
                  <a:cubicBezTo>
                    <a:pt x="-10540" y="501847"/>
                    <a:pt x="-10540" y="501847"/>
                    <a:pt x="29307" y="474186"/>
                  </a:cubicBezTo>
                  <a:cubicBezTo>
                    <a:pt x="54797" y="456469"/>
                    <a:pt x="63551" y="427967"/>
                    <a:pt x="74825" y="401426"/>
                  </a:cubicBezTo>
                  <a:cubicBezTo>
                    <a:pt x="90862" y="363681"/>
                    <a:pt x="97935" y="323204"/>
                    <a:pt x="106408" y="283568"/>
                  </a:cubicBezTo>
                  <a:cubicBezTo>
                    <a:pt x="127487" y="184547"/>
                    <a:pt x="295696" y="-19867"/>
                    <a:pt x="353049" y="1562"/>
                  </a:cubicBezTo>
                  <a:cubicBezTo>
                    <a:pt x="368736" y="7305"/>
                    <a:pt x="426790" y="26072"/>
                    <a:pt x="434353" y="41969"/>
                  </a:cubicBezTo>
                  <a:close/>
                </a:path>
              </a:pathLst>
            </a:custGeom>
            <a:solidFill>
              <a:srgbClr val="F7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9">
              <a:extLst>
                <a:ext uri="{FF2B5EF4-FFF2-40B4-BE49-F238E27FC236}">
                  <a16:creationId xmlns:a16="http://schemas.microsoft.com/office/drawing/2014/main" id="{E94D8E65-5F5D-487E-B9D6-1D46B8935EFD}"/>
                </a:ext>
              </a:extLst>
            </p:cNvPr>
            <p:cNvSpPr/>
            <p:nvPr/>
          </p:nvSpPr>
          <p:spPr>
            <a:xfrm>
              <a:off x="8907322" y="4920423"/>
              <a:ext cx="142443" cy="102810"/>
            </a:xfrm>
            <a:custGeom>
              <a:avLst/>
              <a:gdLst>
                <a:gd name="connsiteX0" fmla="*/ 0 w 386448"/>
                <a:gd name="connsiteY0" fmla="*/ 138657 h 278923"/>
                <a:gd name="connsiteX1" fmla="*/ 63166 w 386448"/>
                <a:gd name="connsiteY1" fmla="*/ 0 h 278923"/>
                <a:gd name="connsiteX2" fmla="*/ 243210 w 386448"/>
                <a:gd name="connsiteY2" fmla="*/ 22619 h 278923"/>
                <a:gd name="connsiteX3" fmla="*/ 347973 w 386448"/>
                <a:gd name="connsiteY3" fmla="*/ 52732 h 278923"/>
                <a:gd name="connsiteX4" fmla="*/ 378435 w 386448"/>
                <a:gd name="connsiteY4" fmla="*/ 192439 h 278923"/>
                <a:gd name="connsiteX5" fmla="*/ 330816 w 386448"/>
                <a:gd name="connsiteY5" fmla="*/ 241319 h 278923"/>
                <a:gd name="connsiteX6" fmla="*/ 113587 w 386448"/>
                <a:gd name="connsiteY6" fmla="*/ 234596 h 278923"/>
                <a:gd name="connsiteX7" fmla="*/ 0 w 386448"/>
                <a:gd name="connsiteY7" fmla="*/ 138657 h 27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6448" h="278923">
                  <a:moveTo>
                    <a:pt x="0" y="138657"/>
                  </a:moveTo>
                  <a:cubicBezTo>
                    <a:pt x="11135" y="87886"/>
                    <a:pt x="41877" y="46149"/>
                    <a:pt x="63166" y="0"/>
                  </a:cubicBezTo>
                  <a:cubicBezTo>
                    <a:pt x="120940" y="25350"/>
                    <a:pt x="180814" y="34874"/>
                    <a:pt x="243210" y="22619"/>
                  </a:cubicBezTo>
                  <a:cubicBezTo>
                    <a:pt x="283546" y="14706"/>
                    <a:pt x="321082" y="19748"/>
                    <a:pt x="347973" y="52732"/>
                  </a:cubicBezTo>
                  <a:cubicBezTo>
                    <a:pt x="381026" y="93348"/>
                    <a:pt x="397343" y="139987"/>
                    <a:pt x="378435" y="192439"/>
                  </a:cubicBezTo>
                  <a:cubicBezTo>
                    <a:pt x="370242" y="215198"/>
                    <a:pt x="350774" y="229204"/>
                    <a:pt x="330816" y="241319"/>
                  </a:cubicBezTo>
                  <a:cubicBezTo>
                    <a:pt x="247131" y="291880"/>
                    <a:pt x="184946" y="293210"/>
                    <a:pt x="113587" y="234596"/>
                  </a:cubicBezTo>
                  <a:cubicBezTo>
                    <a:pt x="75281" y="203013"/>
                    <a:pt x="34804" y="174161"/>
                    <a:pt x="0" y="138657"/>
                  </a:cubicBezTo>
                  <a:close/>
                </a:path>
              </a:pathLst>
            </a:custGeom>
            <a:solidFill>
              <a:srgbClr val="F6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9">
              <a:extLst>
                <a:ext uri="{FF2B5EF4-FFF2-40B4-BE49-F238E27FC236}">
                  <a16:creationId xmlns:a16="http://schemas.microsoft.com/office/drawing/2014/main" id="{D5CD064D-F320-4127-8707-5FF01F4D0CB0}"/>
                </a:ext>
              </a:extLst>
            </p:cNvPr>
            <p:cNvSpPr/>
            <p:nvPr/>
          </p:nvSpPr>
          <p:spPr>
            <a:xfrm>
              <a:off x="8245124" y="5826230"/>
              <a:ext cx="295042" cy="129531"/>
            </a:xfrm>
            <a:custGeom>
              <a:avLst/>
              <a:gdLst>
                <a:gd name="connsiteX0" fmla="*/ 448346 w 800448"/>
                <a:gd name="connsiteY0" fmla="*/ 133755 h 351418"/>
                <a:gd name="connsiteX1" fmla="*/ 786795 w 800448"/>
                <a:gd name="connsiteY1" fmla="*/ 313309 h 351418"/>
                <a:gd name="connsiteX2" fmla="*/ 544775 w 800448"/>
                <a:gd name="connsiteY2" fmla="*/ 346082 h 351418"/>
                <a:gd name="connsiteX3" fmla="*/ 323274 w 800448"/>
                <a:gd name="connsiteY3" fmla="*/ 348813 h 351418"/>
                <a:gd name="connsiteX4" fmla="*/ 300445 w 800448"/>
                <a:gd name="connsiteY4" fmla="*/ 342441 h 351418"/>
                <a:gd name="connsiteX5" fmla="*/ 242321 w 800448"/>
                <a:gd name="connsiteY5" fmla="*/ 287188 h 351418"/>
                <a:gd name="connsiteX6" fmla="*/ 202755 w 800448"/>
                <a:gd name="connsiteY6" fmla="*/ 284877 h 351418"/>
                <a:gd name="connsiteX7" fmla="*/ 140079 w 800448"/>
                <a:gd name="connsiteY7" fmla="*/ 283477 h 351418"/>
                <a:gd name="connsiteX8" fmla="*/ 16128 w 800448"/>
                <a:gd name="connsiteY8" fmla="*/ 176193 h 351418"/>
                <a:gd name="connsiteX9" fmla="*/ 6815 w 800448"/>
                <a:gd name="connsiteY9" fmla="*/ 132775 h 351418"/>
                <a:gd name="connsiteX10" fmla="*/ 82236 w 800448"/>
                <a:gd name="connsiteY10" fmla="*/ 0 h 351418"/>
                <a:gd name="connsiteX11" fmla="*/ 448346 w 800448"/>
                <a:gd name="connsiteY11" fmla="*/ 133755 h 351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0448" h="351418">
                  <a:moveTo>
                    <a:pt x="448346" y="133755"/>
                  </a:moveTo>
                  <a:cubicBezTo>
                    <a:pt x="508010" y="197551"/>
                    <a:pt x="716766" y="250283"/>
                    <a:pt x="786795" y="313309"/>
                  </a:cubicBezTo>
                  <a:cubicBezTo>
                    <a:pt x="850871" y="367581"/>
                    <a:pt x="675799" y="348813"/>
                    <a:pt x="544775" y="346082"/>
                  </a:cubicBezTo>
                  <a:cubicBezTo>
                    <a:pt x="471035" y="349723"/>
                    <a:pt x="397085" y="348673"/>
                    <a:pt x="323274" y="348813"/>
                  </a:cubicBezTo>
                  <a:cubicBezTo>
                    <a:pt x="315641" y="348813"/>
                    <a:pt x="308008" y="344682"/>
                    <a:pt x="300445" y="342441"/>
                  </a:cubicBezTo>
                  <a:cubicBezTo>
                    <a:pt x="280907" y="324163"/>
                    <a:pt x="260039" y="307146"/>
                    <a:pt x="242321" y="287188"/>
                  </a:cubicBezTo>
                  <a:cubicBezTo>
                    <a:pt x="228246" y="271292"/>
                    <a:pt x="216621" y="268840"/>
                    <a:pt x="202755" y="284877"/>
                  </a:cubicBezTo>
                  <a:cubicBezTo>
                    <a:pt x="181046" y="310017"/>
                    <a:pt x="162769" y="304905"/>
                    <a:pt x="140079" y="283477"/>
                  </a:cubicBezTo>
                  <a:cubicBezTo>
                    <a:pt x="100443" y="245941"/>
                    <a:pt x="58426" y="210787"/>
                    <a:pt x="16128" y="176193"/>
                  </a:cubicBezTo>
                  <a:cubicBezTo>
                    <a:pt x="-118" y="162887"/>
                    <a:pt x="-5650" y="151962"/>
                    <a:pt x="6815" y="132775"/>
                  </a:cubicBezTo>
                  <a:cubicBezTo>
                    <a:pt x="34616" y="90057"/>
                    <a:pt x="51143" y="40897"/>
                    <a:pt x="82236" y="0"/>
                  </a:cubicBezTo>
                  <a:cubicBezTo>
                    <a:pt x="84547" y="11135"/>
                    <a:pt x="333289" y="101262"/>
                    <a:pt x="448346" y="133755"/>
                  </a:cubicBezTo>
                  <a:close/>
                </a:path>
              </a:pathLst>
            </a:custGeom>
            <a:solidFill>
              <a:srgbClr val="040404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Graphic 19">
              <a:extLst>
                <a:ext uri="{FF2B5EF4-FFF2-40B4-BE49-F238E27FC236}">
                  <a16:creationId xmlns:a16="http://schemas.microsoft.com/office/drawing/2014/main" id="{0E2305F4-07C7-48E0-B875-B1039B4FE3E9}"/>
                </a:ext>
              </a:extLst>
            </p:cNvPr>
            <p:cNvSpPr/>
            <p:nvPr/>
          </p:nvSpPr>
          <p:spPr>
            <a:xfrm>
              <a:off x="8607151" y="5577046"/>
              <a:ext cx="318597" cy="168083"/>
            </a:xfrm>
            <a:custGeom>
              <a:avLst/>
              <a:gdLst>
                <a:gd name="connsiteX0" fmla="*/ 845107 w 864351"/>
                <a:gd name="connsiteY0" fmla="*/ 376590 h 456007"/>
                <a:gd name="connsiteX1" fmla="*/ 768355 w 864351"/>
                <a:gd name="connsiteY1" fmla="*/ 345147 h 456007"/>
                <a:gd name="connsiteX2" fmla="*/ 601337 w 864351"/>
                <a:gd name="connsiteY2" fmla="*/ 313914 h 456007"/>
                <a:gd name="connsiteX3" fmla="*/ 537891 w 864351"/>
                <a:gd name="connsiteY3" fmla="*/ 277009 h 456007"/>
                <a:gd name="connsiteX4" fmla="*/ 226753 w 864351"/>
                <a:gd name="connsiteY4" fmla="*/ 17623 h 456007"/>
                <a:gd name="connsiteX5" fmla="*/ 178223 w 864351"/>
                <a:gd name="connsiteY5" fmla="*/ 21404 h 456007"/>
                <a:gd name="connsiteX6" fmla="*/ 98180 w 864351"/>
                <a:gd name="connsiteY6" fmla="*/ 118464 h 456007"/>
                <a:gd name="connsiteX7" fmla="*/ 22759 w 864351"/>
                <a:gd name="connsiteY7" fmla="*/ 287233 h 456007"/>
                <a:gd name="connsiteX8" fmla="*/ 0 w 864351"/>
                <a:gd name="connsiteY8" fmla="*/ 345007 h 456007"/>
                <a:gd name="connsiteX9" fmla="*/ 221011 w 864351"/>
                <a:gd name="connsiteY9" fmla="*/ 450050 h 456007"/>
                <a:gd name="connsiteX10" fmla="*/ 237888 w 864351"/>
                <a:gd name="connsiteY10" fmla="*/ 426170 h 456007"/>
                <a:gd name="connsiteX11" fmla="*/ 262608 w 864351"/>
                <a:gd name="connsiteY11" fmla="*/ 410624 h 456007"/>
                <a:gd name="connsiteX12" fmla="*/ 406377 w 864351"/>
                <a:gd name="connsiteY12" fmla="*/ 455302 h 456007"/>
                <a:gd name="connsiteX13" fmla="*/ 736912 w 864351"/>
                <a:gd name="connsiteY13" fmla="*/ 455582 h 456007"/>
                <a:gd name="connsiteX14" fmla="*/ 824168 w 864351"/>
                <a:gd name="connsiteY14" fmla="*/ 442627 h 456007"/>
                <a:gd name="connsiteX15" fmla="*/ 845107 w 864351"/>
                <a:gd name="connsiteY15" fmla="*/ 376590 h 45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64351" h="456007">
                  <a:moveTo>
                    <a:pt x="845107" y="376590"/>
                  </a:moveTo>
                  <a:cubicBezTo>
                    <a:pt x="822627" y="360483"/>
                    <a:pt x="795526" y="352220"/>
                    <a:pt x="768355" y="345147"/>
                  </a:cubicBezTo>
                  <a:cubicBezTo>
                    <a:pt x="713383" y="330791"/>
                    <a:pt x="657570" y="321267"/>
                    <a:pt x="601337" y="313914"/>
                  </a:cubicBezTo>
                  <a:cubicBezTo>
                    <a:pt x="586070" y="311953"/>
                    <a:pt x="549305" y="288423"/>
                    <a:pt x="537891" y="277009"/>
                  </a:cubicBezTo>
                  <a:cubicBezTo>
                    <a:pt x="451755" y="190944"/>
                    <a:pt x="289079" y="71194"/>
                    <a:pt x="226753" y="17623"/>
                  </a:cubicBezTo>
                  <a:cubicBezTo>
                    <a:pt x="198671" y="-6537"/>
                    <a:pt x="210436" y="-6397"/>
                    <a:pt x="178223" y="21404"/>
                  </a:cubicBezTo>
                  <a:cubicBezTo>
                    <a:pt x="150562" y="52987"/>
                    <a:pt x="122690" y="84500"/>
                    <a:pt x="98180" y="118464"/>
                  </a:cubicBezTo>
                  <a:cubicBezTo>
                    <a:pt x="52452" y="181770"/>
                    <a:pt x="14776" y="201798"/>
                    <a:pt x="22759" y="287233"/>
                  </a:cubicBezTo>
                  <a:cubicBezTo>
                    <a:pt x="24090" y="301099"/>
                    <a:pt x="10014" y="324278"/>
                    <a:pt x="0" y="345007"/>
                  </a:cubicBezTo>
                  <a:cubicBezTo>
                    <a:pt x="31863" y="372458"/>
                    <a:pt x="221011" y="450050"/>
                    <a:pt x="221011" y="450050"/>
                  </a:cubicBezTo>
                  <a:cubicBezTo>
                    <a:pt x="221641" y="449069"/>
                    <a:pt x="237607" y="427010"/>
                    <a:pt x="237888" y="426170"/>
                  </a:cubicBezTo>
                  <a:cubicBezTo>
                    <a:pt x="241879" y="414545"/>
                    <a:pt x="254274" y="399629"/>
                    <a:pt x="262608" y="410624"/>
                  </a:cubicBezTo>
                  <a:cubicBezTo>
                    <a:pt x="298532" y="458033"/>
                    <a:pt x="355396" y="456002"/>
                    <a:pt x="406377" y="455302"/>
                  </a:cubicBezTo>
                  <a:cubicBezTo>
                    <a:pt x="516462" y="456562"/>
                    <a:pt x="626687" y="455792"/>
                    <a:pt x="736912" y="455582"/>
                  </a:cubicBezTo>
                  <a:cubicBezTo>
                    <a:pt x="764924" y="455512"/>
                    <a:pt x="797347" y="450190"/>
                    <a:pt x="824168" y="442627"/>
                  </a:cubicBezTo>
                  <a:cubicBezTo>
                    <a:pt x="863104" y="431702"/>
                    <a:pt x="880611" y="402150"/>
                    <a:pt x="845107" y="376590"/>
                  </a:cubicBezTo>
                  <a:close/>
                </a:path>
              </a:pathLst>
            </a:custGeom>
            <a:solidFill>
              <a:srgbClr val="010101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19">
              <a:extLst>
                <a:ext uri="{FF2B5EF4-FFF2-40B4-BE49-F238E27FC236}">
                  <a16:creationId xmlns:a16="http://schemas.microsoft.com/office/drawing/2014/main" id="{EFDC688D-8B9A-45EE-831D-0FBBCE6E7796}"/>
                </a:ext>
              </a:extLst>
            </p:cNvPr>
            <p:cNvSpPr/>
            <p:nvPr/>
          </p:nvSpPr>
          <p:spPr>
            <a:xfrm>
              <a:off x="8704257" y="4386159"/>
              <a:ext cx="100895" cy="561919"/>
            </a:xfrm>
            <a:custGeom>
              <a:avLst/>
              <a:gdLst>
                <a:gd name="connsiteX0" fmla="*/ 35505 w 273727"/>
                <a:gd name="connsiteY0" fmla="*/ 12115 h 1524483"/>
                <a:gd name="connsiteX1" fmla="*/ 209036 w 273727"/>
                <a:gd name="connsiteY1" fmla="*/ 211557 h 1524483"/>
                <a:gd name="connsiteX2" fmla="*/ 221991 w 273727"/>
                <a:gd name="connsiteY2" fmla="*/ 262118 h 1524483"/>
                <a:gd name="connsiteX3" fmla="*/ 263938 w 273727"/>
                <a:gd name="connsiteY3" fmla="*/ 568773 h 1524483"/>
                <a:gd name="connsiteX4" fmla="*/ 248882 w 273727"/>
                <a:gd name="connsiteY4" fmla="*/ 826899 h 1524483"/>
                <a:gd name="connsiteX5" fmla="*/ 159245 w 273727"/>
                <a:gd name="connsiteY5" fmla="*/ 1208486 h 1524483"/>
                <a:gd name="connsiteX6" fmla="*/ 0 w 273727"/>
                <a:gd name="connsiteY6" fmla="*/ 1459048 h 1524483"/>
                <a:gd name="connsiteX7" fmla="*/ 16877 w 273727"/>
                <a:gd name="connsiteY7" fmla="*/ 1468012 h 1524483"/>
                <a:gd name="connsiteX8" fmla="*/ 129553 w 273727"/>
                <a:gd name="connsiteY8" fmla="*/ 1514231 h 1524483"/>
                <a:gd name="connsiteX9" fmla="*/ 180954 w 273727"/>
                <a:gd name="connsiteY9" fmla="*/ 1482018 h 1524483"/>
                <a:gd name="connsiteX10" fmla="*/ 222411 w 273727"/>
                <a:gd name="connsiteY10" fmla="*/ 1213108 h 1524483"/>
                <a:gd name="connsiteX11" fmla="*/ 264148 w 273727"/>
                <a:gd name="connsiteY11" fmla="*/ 916186 h 1524483"/>
                <a:gd name="connsiteX12" fmla="*/ 273322 w 273727"/>
                <a:gd name="connsiteY12" fmla="*/ 351964 h 1524483"/>
                <a:gd name="connsiteX13" fmla="*/ 260927 w 273727"/>
                <a:gd name="connsiteY13" fmla="*/ 212747 h 1524483"/>
                <a:gd name="connsiteX14" fmla="*/ 91247 w 273727"/>
                <a:gd name="connsiteY14" fmla="*/ 0 h 1524483"/>
                <a:gd name="connsiteX15" fmla="*/ 34804 w 273727"/>
                <a:gd name="connsiteY15" fmla="*/ 9524 h 1524483"/>
                <a:gd name="connsiteX16" fmla="*/ 35505 w 273727"/>
                <a:gd name="connsiteY16" fmla="*/ 12115 h 152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73727" h="1524483">
                  <a:moveTo>
                    <a:pt x="35505" y="12115"/>
                  </a:moveTo>
                  <a:cubicBezTo>
                    <a:pt x="134875" y="42437"/>
                    <a:pt x="187677" y="113236"/>
                    <a:pt x="209036" y="211557"/>
                  </a:cubicBezTo>
                  <a:cubicBezTo>
                    <a:pt x="212747" y="228574"/>
                    <a:pt x="218770" y="245101"/>
                    <a:pt x="221991" y="262118"/>
                  </a:cubicBezTo>
                  <a:cubicBezTo>
                    <a:pt x="241179" y="363659"/>
                    <a:pt x="267230" y="464501"/>
                    <a:pt x="263938" y="568773"/>
                  </a:cubicBezTo>
                  <a:cubicBezTo>
                    <a:pt x="261277" y="654909"/>
                    <a:pt x="256095" y="741044"/>
                    <a:pt x="248882" y="826899"/>
                  </a:cubicBezTo>
                  <a:cubicBezTo>
                    <a:pt x="237818" y="958343"/>
                    <a:pt x="213798" y="1087196"/>
                    <a:pt x="159245" y="1208486"/>
                  </a:cubicBezTo>
                  <a:cubicBezTo>
                    <a:pt x="118489" y="1299103"/>
                    <a:pt x="63236" y="1380966"/>
                    <a:pt x="0" y="1459048"/>
                  </a:cubicBezTo>
                  <a:cubicBezTo>
                    <a:pt x="6933" y="1462760"/>
                    <a:pt x="11695" y="1465841"/>
                    <a:pt x="16877" y="1468012"/>
                  </a:cubicBezTo>
                  <a:cubicBezTo>
                    <a:pt x="54342" y="1483558"/>
                    <a:pt x="91668" y="1499595"/>
                    <a:pt x="129553" y="1514231"/>
                  </a:cubicBezTo>
                  <a:cubicBezTo>
                    <a:pt x="174231" y="1531458"/>
                    <a:pt x="173671" y="1530828"/>
                    <a:pt x="180954" y="1482018"/>
                  </a:cubicBezTo>
                  <a:cubicBezTo>
                    <a:pt x="194330" y="1392311"/>
                    <a:pt x="209386" y="1302884"/>
                    <a:pt x="222411" y="1213108"/>
                  </a:cubicBezTo>
                  <a:cubicBezTo>
                    <a:pt x="236697" y="1114157"/>
                    <a:pt x="261557" y="1016327"/>
                    <a:pt x="264148" y="916186"/>
                  </a:cubicBezTo>
                  <a:cubicBezTo>
                    <a:pt x="269261" y="718074"/>
                    <a:pt x="270661" y="550146"/>
                    <a:pt x="273322" y="351964"/>
                  </a:cubicBezTo>
                  <a:cubicBezTo>
                    <a:pt x="275913" y="302944"/>
                    <a:pt x="265409" y="261487"/>
                    <a:pt x="260927" y="212747"/>
                  </a:cubicBezTo>
                  <a:cubicBezTo>
                    <a:pt x="251823" y="109105"/>
                    <a:pt x="158475" y="26261"/>
                    <a:pt x="91247" y="0"/>
                  </a:cubicBezTo>
                  <a:lnTo>
                    <a:pt x="34804" y="9524"/>
                  </a:lnTo>
                  <a:cubicBezTo>
                    <a:pt x="35014" y="10504"/>
                    <a:pt x="35295" y="11275"/>
                    <a:pt x="35505" y="12115"/>
                  </a:cubicBezTo>
                  <a:close/>
                </a:path>
              </a:pathLst>
            </a:custGeom>
            <a:solidFill>
              <a:srgbClr val="D7DF23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9">
              <a:extLst>
                <a:ext uri="{FF2B5EF4-FFF2-40B4-BE49-F238E27FC236}">
                  <a16:creationId xmlns:a16="http://schemas.microsoft.com/office/drawing/2014/main" id="{1A8474EA-CC1C-45B7-BA47-007BAF6FE77B}"/>
                </a:ext>
              </a:extLst>
            </p:cNvPr>
            <p:cNvSpPr/>
            <p:nvPr/>
          </p:nvSpPr>
          <p:spPr>
            <a:xfrm>
              <a:off x="8681938" y="4168976"/>
              <a:ext cx="219135" cy="220719"/>
            </a:xfrm>
            <a:custGeom>
              <a:avLst/>
              <a:gdLst>
                <a:gd name="connsiteX0" fmla="*/ 589686 w 594511"/>
                <a:gd name="connsiteY0" fmla="*/ 53146 h 598810"/>
                <a:gd name="connsiteX1" fmla="*/ 585205 w 594511"/>
                <a:gd name="connsiteY1" fmla="*/ 42222 h 598810"/>
                <a:gd name="connsiteX2" fmla="*/ 554462 w 594511"/>
                <a:gd name="connsiteY2" fmla="*/ 30667 h 598810"/>
                <a:gd name="connsiteX3" fmla="*/ 488635 w 594511"/>
                <a:gd name="connsiteY3" fmla="*/ 43692 h 598810"/>
                <a:gd name="connsiteX4" fmla="*/ 488635 w 594511"/>
                <a:gd name="connsiteY4" fmla="*/ 43692 h 598810"/>
                <a:gd name="connsiteX5" fmla="*/ 405161 w 594511"/>
                <a:gd name="connsiteY5" fmla="*/ 6857 h 598810"/>
                <a:gd name="connsiteX6" fmla="*/ 404951 w 594511"/>
                <a:gd name="connsiteY6" fmla="*/ 6787 h 598810"/>
                <a:gd name="connsiteX7" fmla="*/ 404741 w 594511"/>
                <a:gd name="connsiteY7" fmla="*/ 6787 h 598810"/>
                <a:gd name="connsiteX8" fmla="*/ 326658 w 594511"/>
                <a:gd name="connsiteY8" fmla="*/ 64 h 598810"/>
                <a:gd name="connsiteX9" fmla="*/ 326658 w 594511"/>
                <a:gd name="connsiteY9" fmla="*/ 64 h 598810"/>
                <a:gd name="connsiteX10" fmla="*/ 326658 w 594511"/>
                <a:gd name="connsiteY10" fmla="*/ 64 h 598810"/>
                <a:gd name="connsiteX11" fmla="*/ 226517 w 594511"/>
                <a:gd name="connsiteY11" fmla="*/ 20023 h 598810"/>
                <a:gd name="connsiteX12" fmla="*/ 225467 w 594511"/>
                <a:gd name="connsiteY12" fmla="*/ 20233 h 598810"/>
                <a:gd name="connsiteX13" fmla="*/ 224907 w 594511"/>
                <a:gd name="connsiteY13" fmla="*/ 20583 h 598810"/>
                <a:gd name="connsiteX14" fmla="*/ 47104 w 594511"/>
                <a:gd name="connsiteY14" fmla="*/ 142853 h 598810"/>
                <a:gd name="connsiteX15" fmla="*/ 19442 w 594511"/>
                <a:gd name="connsiteY15" fmla="*/ 194884 h 598810"/>
                <a:gd name="connsiteX16" fmla="*/ 19373 w 594511"/>
                <a:gd name="connsiteY16" fmla="*/ 194954 h 598810"/>
                <a:gd name="connsiteX17" fmla="*/ 19373 w 594511"/>
                <a:gd name="connsiteY17" fmla="*/ 195094 h 598810"/>
                <a:gd name="connsiteX18" fmla="*/ 95494 w 594511"/>
                <a:gd name="connsiteY18" fmla="*/ 598810 h 598810"/>
                <a:gd name="connsiteX19" fmla="*/ 151937 w 594511"/>
                <a:gd name="connsiteY19" fmla="*/ 589286 h 598810"/>
                <a:gd name="connsiteX20" fmla="*/ 151587 w 594511"/>
                <a:gd name="connsiteY20" fmla="*/ 589076 h 598810"/>
                <a:gd name="connsiteX21" fmla="*/ 232750 w 594511"/>
                <a:gd name="connsiteY21" fmla="*/ 496708 h 598810"/>
                <a:gd name="connsiteX22" fmla="*/ 269515 w 594511"/>
                <a:gd name="connsiteY22" fmla="*/ 362183 h 598810"/>
                <a:gd name="connsiteX23" fmla="*/ 340034 w 594511"/>
                <a:gd name="connsiteY23" fmla="*/ 339774 h 598810"/>
                <a:gd name="connsiteX24" fmla="*/ 370216 w 594511"/>
                <a:gd name="connsiteY24" fmla="*/ 411973 h 598810"/>
                <a:gd name="connsiteX25" fmla="*/ 414895 w 594511"/>
                <a:gd name="connsiteY25" fmla="*/ 158189 h 598810"/>
                <a:gd name="connsiteX26" fmla="*/ 450749 w 594511"/>
                <a:gd name="connsiteY26" fmla="*/ 127657 h 598810"/>
                <a:gd name="connsiteX27" fmla="*/ 584154 w 594511"/>
                <a:gd name="connsiteY27" fmla="*/ 133399 h 598810"/>
                <a:gd name="connsiteX28" fmla="*/ 589686 w 594511"/>
                <a:gd name="connsiteY28" fmla="*/ 53146 h 59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94511" h="598810">
                  <a:moveTo>
                    <a:pt x="589686" y="53146"/>
                  </a:moveTo>
                  <a:cubicBezTo>
                    <a:pt x="588426" y="49505"/>
                    <a:pt x="586955" y="45863"/>
                    <a:pt x="585205" y="42222"/>
                  </a:cubicBezTo>
                  <a:cubicBezTo>
                    <a:pt x="578062" y="27516"/>
                    <a:pt x="571619" y="18272"/>
                    <a:pt x="554462" y="30667"/>
                  </a:cubicBezTo>
                  <a:cubicBezTo>
                    <a:pt x="532473" y="46634"/>
                    <a:pt x="510694" y="49575"/>
                    <a:pt x="488635" y="43692"/>
                  </a:cubicBezTo>
                  <a:lnTo>
                    <a:pt x="488635" y="43692"/>
                  </a:lnTo>
                  <a:cubicBezTo>
                    <a:pt x="488635" y="43692"/>
                    <a:pt x="423298" y="12109"/>
                    <a:pt x="405161" y="6857"/>
                  </a:cubicBezTo>
                  <a:lnTo>
                    <a:pt x="404951" y="6787"/>
                  </a:lnTo>
                  <a:lnTo>
                    <a:pt x="404741" y="6787"/>
                  </a:lnTo>
                  <a:cubicBezTo>
                    <a:pt x="387864" y="1885"/>
                    <a:pt x="334782" y="-426"/>
                    <a:pt x="326658" y="64"/>
                  </a:cubicBezTo>
                  <a:lnTo>
                    <a:pt x="326658" y="64"/>
                  </a:lnTo>
                  <a:lnTo>
                    <a:pt x="326658" y="64"/>
                  </a:lnTo>
                  <a:cubicBezTo>
                    <a:pt x="290874" y="2305"/>
                    <a:pt x="257610" y="9168"/>
                    <a:pt x="226517" y="20023"/>
                  </a:cubicBezTo>
                  <a:lnTo>
                    <a:pt x="225467" y="20233"/>
                  </a:lnTo>
                  <a:lnTo>
                    <a:pt x="224907" y="20583"/>
                  </a:lnTo>
                  <a:cubicBezTo>
                    <a:pt x="150396" y="46984"/>
                    <a:pt x="98015" y="73595"/>
                    <a:pt x="47104" y="142853"/>
                  </a:cubicBezTo>
                  <a:cubicBezTo>
                    <a:pt x="40241" y="152167"/>
                    <a:pt x="24835" y="185220"/>
                    <a:pt x="19442" y="194884"/>
                  </a:cubicBezTo>
                  <a:lnTo>
                    <a:pt x="19373" y="194954"/>
                  </a:lnTo>
                  <a:lnTo>
                    <a:pt x="19373" y="195094"/>
                  </a:lnTo>
                  <a:cubicBezTo>
                    <a:pt x="-44774" y="406791"/>
                    <a:pt x="68673" y="552171"/>
                    <a:pt x="95494" y="598810"/>
                  </a:cubicBezTo>
                  <a:lnTo>
                    <a:pt x="151937" y="589286"/>
                  </a:lnTo>
                  <a:cubicBezTo>
                    <a:pt x="151797" y="589216"/>
                    <a:pt x="151727" y="589146"/>
                    <a:pt x="151587" y="589076"/>
                  </a:cubicBezTo>
                  <a:cubicBezTo>
                    <a:pt x="203338" y="576261"/>
                    <a:pt x="219445" y="536344"/>
                    <a:pt x="232750" y="496708"/>
                  </a:cubicBezTo>
                  <a:cubicBezTo>
                    <a:pt x="247526" y="452730"/>
                    <a:pt x="256630" y="406861"/>
                    <a:pt x="269515" y="362183"/>
                  </a:cubicBezTo>
                  <a:cubicBezTo>
                    <a:pt x="286462" y="303289"/>
                    <a:pt x="315454" y="283751"/>
                    <a:pt x="340034" y="339774"/>
                  </a:cubicBezTo>
                  <a:cubicBezTo>
                    <a:pt x="349488" y="361273"/>
                    <a:pt x="353620" y="386623"/>
                    <a:pt x="370216" y="411973"/>
                  </a:cubicBezTo>
                  <a:cubicBezTo>
                    <a:pt x="367625" y="331020"/>
                    <a:pt x="357121" y="223806"/>
                    <a:pt x="414895" y="158189"/>
                  </a:cubicBezTo>
                  <a:lnTo>
                    <a:pt x="450749" y="127657"/>
                  </a:lnTo>
                  <a:cubicBezTo>
                    <a:pt x="493537" y="99925"/>
                    <a:pt x="539476" y="97755"/>
                    <a:pt x="584154" y="133399"/>
                  </a:cubicBezTo>
                  <a:cubicBezTo>
                    <a:pt x="593678" y="106788"/>
                    <a:pt x="598930" y="80247"/>
                    <a:pt x="589686" y="53146"/>
                  </a:cubicBez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9">
              <a:extLst>
                <a:ext uri="{FF2B5EF4-FFF2-40B4-BE49-F238E27FC236}">
                  <a16:creationId xmlns:a16="http://schemas.microsoft.com/office/drawing/2014/main" id="{B21A3EA4-8C03-4874-9AD5-A36D89FA2866}"/>
                </a:ext>
              </a:extLst>
            </p:cNvPr>
            <p:cNvSpPr/>
            <p:nvPr/>
          </p:nvSpPr>
          <p:spPr>
            <a:xfrm>
              <a:off x="8129003" y="5096384"/>
              <a:ext cx="591206" cy="493818"/>
            </a:xfrm>
            <a:custGeom>
              <a:avLst/>
              <a:gdLst>
                <a:gd name="connsiteX0" fmla="*/ 1091748 w 1603937"/>
                <a:gd name="connsiteY0" fmla="*/ 231100 h 1339724"/>
                <a:gd name="connsiteX1" fmla="*/ 1111006 w 1603937"/>
                <a:gd name="connsiteY1" fmla="*/ 155469 h 1339724"/>
                <a:gd name="connsiteX2" fmla="*/ 1050921 w 1603937"/>
                <a:gd name="connsiteY2" fmla="*/ 54347 h 1339724"/>
                <a:gd name="connsiteX3" fmla="*/ 847628 w 1603937"/>
                <a:gd name="connsiteY3" fmla="*/ 2596 h 1339724"/>
                <a:gd name="connsiteX4" fmla="*/ 746506 w 1603937"/>
                <a:gd name="connsiteY4" fmla="*/ 62681 h 1339724"/>
                <a:gd name="connsiteX5" fmla="*/ 727248 w 1603937"/>
                <a:gd name="connsiteY5" fmla="*/ 138312 h 1339724"/>
                <a:gd name="connsiteX6" fmla="*/ 249022 w 1603937"/>
                <a:gd name="connsiteY6" fmla="*/ 16602 h 1339724"/>
                <a:gd name="connsiteX7" fmla="*/ 0 w 1603937"/>
                <a:gd name="connsiteY7" fmla="*/ 994833 h 1339724"/>
                <a:gd name="connsiteX8" fmla="*/ 1354986 w 1603937"/>
                <a:gd name="connsiteY8" fmla="*/ 1339724 h 1339724"/>
                <a:gd name="connsiteX9" fmla="*/ 1603938 w 1603937"/>
                <a:gd name="connsiteY9" fmla="*/ 361423 h 1339724"/>
                <a:gd name="connsiteX10" fmla="*/ 1091748 w 1603937"/>
                <a:gd name="connsiteY10" fmla="*/ 231100 h 1339724"/>
                <a:gd name="connsiteX11" fmla="*/ 781170 w 1603937"/>
                <a:gd name="connsiteY11" fmla="*/ 98185 h 1339724"/>
                <a:gd name="connsiteX12" fmla="*/ 864154 w 1603937"/>
                <a:gd name="connsiteY12" fmla="*/ 48885 h 1339724"/>
                <a:gd name="connsiteX13" fmla="*/ 1015136 w 1603937"/>
                <a:gd name="connsiteY13" fmla="*/ 87331 h 1339724"/>
                <a:gd name="connsiteX14" fmla="*/ 1064437 w 1603937"/>
                <a:gd name="connsiteY14" fmla="*/ 170315 h 1339724"/>
                <a:gd name="connsiteX15" fmla="*/ 1051551 w 1603937"/>
                <a:gd name="connsiteY15" fmla="*/ 220875 h 1339724"/>
                <a:gd name="connsiteX16" fmla="*/ 768285 w 1603937"/>
                <a:gd name="connsiteY16" fmla="*/ 148746 h 1339724"/>
                <a:gd name="connsiteX17" fmla="*/ 781170 w 1603937"/>
                <a:gd name="connsiteY17" fmla="*/ 98185 h 1339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03937" h="1339724">
                  <a:moveTo>
                    <a:pt x="1091748" y="231100"/>
                  </a:moveTo>
                  <a:lnTo>
                    <a:pt x="1111006" y="155469"/>
                  </a:lnTo>
                  <a:cubicBezTo>
                    <a:pt x="1122350" y="110931"/>
                    <a:pt x="1095459" y="65692"/>
                    <a:pt x="1050921" y="54347"/>
                  </a:cubicBezTo>
                  <a:lnTo>
                    <a:pt x="847628" y="2596"/>
                  </a:lnTo>
                  <a:cubicBezTo>
                    <a:pt x="803089" y="-8749"/>
                    <a:pt x="757851" y="18142"/>
                    <a:pt x="746506" y="62681"/>
                  </a:cubicBezTo>
                  <a:lnTo>
                    <a:pt x="727248" y="138312"/>
                  </a:lnTo>
                  <a:lnTo>
                    <a:pt x="249022" y="16602"/>
                  </a:lnTo>
                  <a:lnTo>
                    <a:pt x="0" y="994833"/>
                  </a:lnTo>
                  <a:lnTo>
                    <a:pt x="1354986" y="1339724"/>
                  </a:lnTo>
                  <a:lnTo>
                    <a:pt x="1603938" y="361423"/>
                  </a:lnTo>
                  <a:lnTo>
                    <a:pt x="1091748" y="231100"/>
                  </a:lnTo>
                  <a:close/>
                  <a:moveTo>
                    <a:pt x="781170" y="98185"/>
                  </a:moveTo>
                  <a:cubicBezTo>
                    <a:pt x="790484" y="61630"/>
                    <a:pt x="827669" y="39571"/>
                    <a:pt x="864154" y="48885"/>
                  </a:cubicBezTo>
                  <a:lnTo>
                    <a:pt x="1015136" y="87331"/>
                  </a:lnTo>
                  <a:cubicBezTo>
                    <a:pt x="1051691" y="96645"/>
                    <a:pt x="1073750" y="133830"/>
                    <a:pt x="1064437" y="170315"/>
                  </a:cubicBezTo>
                  <a:lnTo>
                    <a:pt x="1051551" y="220875"/>
                  </a:lnTo>
                  <a:lnTo>
                    <a:pt x="768285" y="148746"/>
                  </a:lnTo>
                  <a:lnTo>
                    <a:pt x="781170" y="98185"/>
                  </a:lnTo>
                  <a:close/>
                </a:path>
              </a:pathLst>
            </a:custGeom>
            <a:solidFill>
              <a:srgbClr val="000000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Graphic 19">
              <a:extLst>
                <a:ext uri="{FF2B5EF4-FFF2-40B4-BE49-F238E27FC236}">
                  <a16:creationId xmlns:a16="http://schemas.microsoft.com/office/drawing/2014/main" id="{82DE2A8D-20B8-4CBA-B8DB-CF3C289350C4}"/>
                </a:ext>
              </a:extLst>
            </p:cNvPr>
            <p:cNvSpPr/>
            <p:nvPr/>
          </p:nvSpPr>
          <p:spPr>
            <a:xfrm>
              <a:off x="8436070" y="5049924"/>
              <a:ext cx="96586" cy="113631"/>
            </a:xfrm>
            <a:custGeom>
              <a:avLst/>
              <a:gdLst>
                <a:gd name="connsiteX0" fmla="*/ 81573 w 262037"/>
                <a:gd name="connsiteY0" fmla="*/ 0 h 308280"/>
                <a:gd name="connsiteX1" fmla="*/ 249011 w 262037"/>
                <a:gd name="connsiteY1" fmla="*/ 26961 h 308280"/>
                <a:gd name="connsiteX2" fmla="*/ 260776 w 262037"/>
                <a:gd name="connsiteY2" fmla="*/ 48880 h 308280"/>
                <a:gd name="connsiteX3" fmla="*/ 222471 w 262037"/>
                <a:gd name="connsiteY3" fmla="*/ 224932 h 308280"/>
                <a:gd name="connsiteX4" fmla="*/ 198591 w 262037"/>
                <a:gd name="connsiteY4" fmla="*/ 276613 h 308280"/>
                <a:gd name="connsiteX5" fmla="*/ 106993 w 262037"/>
                <a:gd name="connsiteY5" fmla="*/ 296922 h 308280"/>
                <a:gd name="connsiteX6" fmla="*/ 4821 w 262037"/>
                <a:gd name="connsiteY6" fmla="*/ 163937 h 308280"/>
                <a:gd name="connsiteX7" fmla="*/ 30522 w 262037"/>
                <a:gd name="connsiteY7" fmla="*/ 84314 h 308280"/>
                <a:gd name="connsiteX8" fmla="*/ 81573 w 262037"/>
                <a:gd name="connsiteY8" fmla="*/ 0 h 3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037" h="308280">
                  <a:moveTo>
                    <a:pt x="81573" y="0"/>
                  </a:moveTo>
                  <a:cubicBezTo>
                    <a:pt x="138716" y="770"/>
                    <a:pt x="191938" y="25490"/>
                    <a:pt x="249011" y="26961"/>
                  </a:cubicBezTo>
                  <a:cubicBezTo>
                    <a:pt x="264908" y="27381"/>
                    <a:pt x="262527" y="37115"/>
                    <a:pt x="260776" y="48880"/>
                  </a:cubicBezTo>
                  <a:cubicBezTo>
                    <a:pt x="251953" y="108474"/>
                    <a:pt x="241869" y="167719"/>
                    <a:pt x="222471" y="224932"/>
                  </a:cubicBezTo>
                  <a:cubicBezTo>
                    <a:pt x="219879" y="232635"/>
                    <a:pt x="205804" y="266739"/>
                    <a:pt x="198591" y="276613"/>
                  </a:cubicBezTo>
                  <a:cubicBezTo>
                    <a:pt x="175201" y="308897"/>
                    <a:pt x="140537" y="318000"/>
                    <a:pt x="106993" y="296922"/>
                  </a:cubicBezTo>
                  <a:cubicBezTo>
                    <a:pt x="56923" y="265409"/>
                    <a:pt x="23729" y="219890"/>
                    <a:pt x="4821" y="163937"/>
                  </a:cubicBezTo>
                  <a:cubicBezTo>
                    <a:pt x="-6313" y="131024"/>
                    <a:pt x="1670" y="101472"/>
                    <a:pt x="30522" y="84314"/>
                  </a:cubicBezTo>
                  <a:cubicBezTo>
                    <a:pt x="64066" y="64286"/>
                    <a:pt x="77861" y="36135"/>
                    <a:pt x="81573" y="0"/>
                  </a:cubicBezTo>
                  <a:close/>
                </a:path>
              </a:pathLst>
            </a:custGeom>
            <a:solidFill>
              <a:srgbClr val="F6BB9B"/>
            </a:solidFill>
            <a:ln w="70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514F6E5-D850-4289-9505-DBF8C73C81B8}"/>
              </a:ext>
            </a:extLst>
          </p:cNvPr>
          <p:cNvGrpSpPr/>
          <p:nvPr/>
        </p:nvGrpSpPr>
        <p:grpSpPr>
          <a:xfrm>
            <a:off x="6096000" y="3317266"/>
            <a:ext cx="4693920" cy="1395319"/>
            <a:chOff x="-2" y="4949841"/>
            <a:chExt cx="12191999" cy="13953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5A252D-05D2-4E7E-A89B-EC1BEFED7B44}"/>
                </a:ext>
              </a:extLst>
            </p:cNvPr>
            <p:cNvSpPr txBox="1"/>
            <p:nvPr/>
          </p:nvSpPr>
          <p:spPr>
            <a:xfrm>
              <a:off x="-2" y="4949841"/>
              <a:ext cx="12191999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6000" dirty="0">
                  <a:solidFill>
                    <a:schemeClr val="bg1"/>
                  </a:solidFill>
                  <a:cs typeface="Arial" pitchFamily="34" charset="0"/>
                </a:rPr>
                <a:t>THANK YOU</a:t>
              </a:r>
              <a:endParaRPr lang="ko-KR" altLang="en-US" sz="60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B58642-2021-4FFE-BF4D-09CB5FE67FDE}"/>
                </a:ext>
              </a:extLst>
            </p:cNvPr>
            <p:cNvSpPr txBox="1"/>
            <p:nvPr/>
          </p:nvSpPr>
          <p:spPr>
            <a:xfrm>
              <a:off x="453692" y="5965504"/>
              <a:ext cx="11184124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Group Three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1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6C8E9"/>
      </a:accent1>
      <a:accent2>
        <a:srgbClr val="B0D66C"/>
      </a:accent2>
      <a:accent3>
        <a:srgbClr val="FBE034"/>
      </a:accent3>
      <a:accent4>
        <a:srgbClr val="FF870F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1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6C8E9"/>
      </a:accent1>
      <a:accent2>
        <a:srgbClr val="B0D66C"/>
      </a:accent2>
      <a:accent3>
        <a:srgbClr val="FBE034"/>
      </a:accent3>
      <a:accent4>
        <a:srgbClr val="FF870F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1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6C8E9"/>
      </a:accent1>
      <a:accent2>
        <a:srgbClr val="B0D66C"/>
      </a:accent2>
      <a:accent3>
        <a:srgbClr val="FBE034"/>
      </a:accent3>
      <a:accent4>
        <a:srgbClr val="FF870F"/>
      </a:accent4>
      <a:accent5>
        <a:srgbClr val="FC79B2"/>
      </a:accent5>
      <a:accent6>
        <a:srgbClr val="B37EB3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3210</TotalTime>
  <Words>515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Poppins Medium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DELL</cp:lastModifiedBy>
  <cp:revision>79</cp:revision>
  <dcterms:created xsi:type="dcterms:W3CDTF">2020-01-20T05:08:25Z</dcterms:created>
  <dcterms:modified xsi:type="dcterms:W3CDTF">2026-05-30T19:03:52Z</dcterms:modified>
</cp:coreProperties>
</file>